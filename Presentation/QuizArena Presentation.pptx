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624" autoAdjust="0"/>
  </p:normalViewPr>
  <p:slideViewPr>
    <p:cSldViewPr snapToGrid="0">
      <p:cViewPr varScale="1">
        <p:scale>
          <a:sx n="116" d="100"/>
          <a:sy n="116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03_36_43 PM (1)(1).png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03_36_43 PM (2)(1).png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visual reference: ChatGPT Image Aug 1, 2026, 03_36_43 PM (3)(1).png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03_36_44 PM (4)(1).png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03_36_44 PM (5)(1).png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visual reference: ChatGPT Image Aug 1, 2026, 03_36_45 PM (6)(1).png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03_36_45 PM (7)(1).png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03_36_47 PM (8)(1).png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visual reference: ChatGPT Image Aug 1, 2026, 03_36_47 PM (9)(1).png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visual reference: ChatGPT Image Aug 1, 2026, 03_36_47 PM (10)(1).png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order-1">
            <a:extLst>
              <a:ext uri="{FF2B5EF4-FFF2-40B4-BE49-F238E27FC236}">
                <a16:creationId xmlns:a16="http://schemas.microsoft.com/office/drawing/2014/main" id="{41C4CB95-F2A9-46FE-A462-9F399078BB87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1">
            <a:extLst>
              <a:ext uri="{FF2B5EF4-FFF2-40B4-BE49-F238E27FC236}">
                <a16:creationId xmlns:a16="http://schemas.microsoft.com/office/drawing/2014/main" id="{F9797062-5EA1-49A9-85E5-7FB81ECE235B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78B47F-AD26-426D-ADF2-2EFC23B96737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Quiz Arena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89368-A5FD-4ABF-9286-52A7B9B14106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C++ Object</a:t>
            </a:r>
            <a:r>
              <a:rPr lang="he-IL" sz="1875" b="0" i="1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i="1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Oriented Programming Final Project</a:t>
            </a:r>
          </a:p>
        </p:txBody>
      </p:sp>
      <p:sp>
        <p:nvSpPr>
          <p:cNvPr id="5" name="footer-1">
            <a:extLst>
              <a:ext uri="{FF2B5EF4-FFF2-40B4-BE49-F238E27FC236}">
                <a16:creationId xmlns:a16="http://schemas.microsoft.com/office/drawing/2014/main" id="{FD274619-6FF0-41B5-AB83-00C28C6B3819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23703-BE16-4B99-9BCF-63DA61E6834D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A529B-0586-4ACE-BCC7-620A8471AE18}"/>
              </a:ext>
            </a:extLst>
          </p:cNvPr>
          <p:cNvSpPr>
            <a:spLocks noGrp="1"/>
          </p:cNvSpPr>
          <p:nvPr/>
        </p:nvSpPr>
        <p:spPr>
          <a:xfrm>
            <a:off x="190500" y="1514475"/>
            <a:ext cx="689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Text-based quiz game with saves, leaderboard, and polymorphic question types.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ED63A5-8AC2-4092-9C8E-53FFE9B4B8B0}"/>
              </a:ext>
            </a:extLst>
          </p:cNvPr>
          <p:cNvSpPr>
            <a:spLocks noGrp="1"/>
          </p:cNvSpPr>
          <p:nvPr/>
        </p:nvSpPr>
        <p:spPr>
          <a:xfrm>
            <a:off x="12096750" y="285750"/>
            <a:ext cx="2857500" cy="857250"/>
          </a:xfrm>
          <a:prstGeom prst="roundRect">
            <a:avLst>
              <a:gd name="adj" fmla="val 13333"/>
            </a:avLst>
          </a:prstGeom>
          <a:solidFill>
            <a:srgbClr val="EFF5FD"/>
          </a:solidFill>
          <a:ln w="17145">
            <a:solidFill>
              <a:srgbClr val="C7D6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1A27EAE-C03C-4CC5-851B-EE75431F37EF}"/>
              </a:ext>
            </a:extLst>
          </p:cNvPr>
          <p:cNvSpPr>
            <a:spLocks noGrp="1"/>
          </p:cNvSpPr>
          <p:nvPr/>
        </p:nvSpPr>
        <p:spPr>
          <a:xfrm>
            <a:off x="12211050" y="981075"/>
            <a:ext cx="2590800" cy="0"/>
          </a:xfrm>
          <a:prstGeom prst="line">
            <a:avLst/>
          </a:prstGeom>
          <a:noFill/>
          <a:ln w="13335">
            <a:solidFill>
              <a:srgbClr val="C7D6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8BE2AD-439A-4063-B1DD-EBDCCC4F548D}"/>
              </a:ext>
            </a:extLst>
          </p:cNvPr>
          <p:cNvSpPr>
            <a:spLocks noGrp="1"/>
          </p:cNvSpPr>
          <p:nvPr/>
        </p:nvSpPr>
        <p:spPr>
          <a:xfrm>
            <a:off x="12325350" y="46672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lang="he-IL" sz="2400" b="0" i="0" dirty="0">
                <a:solidFill>
                  <a:srgbClr val="082B55"/>
                </a:solidFill>
                <a:latin typeface="Arial"/>
                <a:ea typeface="Arial"/>
                <a:cs typeface="Arial"/>
              </a:rPr>
              <a:t>🎓</a:t>
            </a:r>
            <a:endParaRPr sz="2400" b="0" i="0" dirty="0">
              <a:solidFill>
                <a:srgbClr val="082B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09816-AA14-406E-B8A3-256B1BA575BA}"/>
              </a:ext>
            </a:extLst>
          </p:cNvPr>
          <p:cNvSpPr>
            <a:spLocks noGrp="1"/>
          </p:cNvSpPr>
          <p:nvPr/>
        </p:nvSpPr>
        <p:spPr>
          <a:xfrm>
            <a:off x="12877800" y="4095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endParaRPr sz="1500" b="0" i="0" dirty="0">
              <a:solidFill>
                <a:srgbClr val="344B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DBCFF-F132-4829-8F25-FC7B2FDA3858}"/>
              </a:ext>
            </a:extLst>
          </p:cNvPr>
          <p:cNvSpPr>
            <a:spLocks noGrp="1"/>
          </p:cNvSpPr>
          <p:nvPr/>
        </p:nvSpPr>
        <p:spPr>
          <a:xfrm>
            <a:off x="12801600" y="523875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OOP Final Project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9EABBA-7F4C-424E-8DBA-2908AF05DEE3}"/>
              </a:ext>
            </a:extLst>
          </p:cNvPr>
          <p:cNvSpPr>
            <a:spLocks noGrp="1"/>
          </p:cNvSpPr>
          <p:nvPr/>
        </p:nvSpPr>
        <p:spPr>
          <a:xfrm>
            <a:off x="285750" y="2743200"/>
            <a:ext cx="4476750" cy="4619625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7145">
            <a:solidFill>
              <a:srgbClr val="CAD7E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BC4E162-0695-45F0-9FCB-1E919E4E608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3905250" cy="28575"/>
          </a:xfrm>
          <a:prstGeom prst="line">
            <a:avLst/>
          </a:prstGeom>
          <a:noFill/>
          <a:ln w="13335">
            <a:solidFill>
              <a:srgbClr val="CAD7E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A3C6EC-7730-45CD-8BEC-C904257A2018}"/>
              </a:ext>
            </a:extLst>
          </p:cNvPr>
          <p:cNvSpPr>
            <a:spLocks noGrp="1"/>
          </p:cNvSpPr>
          <p:nvPr/>
        </p:nvSpPr>
        <p:spPr>
          <a:xfrm>
            <a:off x="561975" y="2924175"/>
            <a:ext cx="4000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428"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lang="he-IL" sz="2550" b="1" i="0" dirty="0">
                <a:solidFill>
                  <a:srgbClr val="082B55"/>
                </a:solidFill>
                <a:latin typeface="Arial"/>
                <a:ea typeface="Arial"/>
                <a:cs typeface="Arial"/>
              </a:rPr>
              <a:t>📑</a:t>
            </a:r>
            <a:endParaRPr sz="2550" b="1" i="0" dirty="0">
              <a:solidFill>
                <a:srgbClr val="082B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17317-AC79-4B51-BA54-18D68528AA90}"/>
              </a:ext>
            </a:extLst>
          </p:cNvPr>
          <p:cNvSpPr>
            <a:spLocks noGrp="1"/>
          </p:cNvSpPr>
          <p:nvPr/>
        </p:nvSpPr>
        <p:spPr>
          <a:xfrm>
            <a:off x="1066800" y="29337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2550" b="1" i="0" dirty="0">
                <a:solidFill>
                  <a:srgbClr val="082B55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7313189-826D-494D-AD65-D35E74D63197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3905250" cy="0"/>
          </a:xfrm>
          <a:prstGeom prst="line">
            <a:avLst/>
          </a:prstGeom>
          <a:noFill/>
          <a:ln w="14288">
            <a:solidFill>
              <a:srgbClr val="AEBE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3695BB-E75E-4FA2-9CDD-BCD22CAEFBE1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B9B5B8-E180-47DF-A13B-2B347E053176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92FD13-D767-4BAE-87ED-7F9E6467F758}"/>
              </a:ext>
            </a:extLst>
          </p:cNvPr>
          <p:cNvSpPr>
            <a:spLocks noGrp="1"/>
          </p:cNvSpPr>
          <p:nvPr/>
        </p:nvSpPr>
        <p:spPr>
          <a:xfrm>
            <a:off x="1076325" y="3667125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Project idea and rules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DAD61C7-85E9-4C6F-B193-2CCB314C8DE8}"/>
              </a:ext>
            </a:extLst>
          </p:cNvPr>
          <p:cNvSpPr>
            <a:spLocks noGrp="1"/>
          </p:cNvSpPr>
          <p:nvPr/>
        </p:nvSpPr>
        <p:spPr>
          <a:xfrm>
            <a:off x="1000125" y="4191000"/>
            <a:ext cx="345757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4B5C4BD-3360-4489-97E6-6AEC94125F48}"/>
              </a:ext>
            </a:extLst>
          </p:cNvPr>
          <p:cNvSpPr>
            <a:spLocks noGrp="1"/>
          </p:cNvSpPr>
          <p:nvPr/>
        </p:nvSpPr>
        <p:spPr>
          <a:xfrm>
            <a:off x="571500" y="431482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458880-74AD-4055-BE53-2657C14E1FB6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D778D2-0078-48FA-9849-128C8802E72E}"/>
              </a:ext>
            </a:extLst>
          </p:cNvPr>
          <p:cNvSpPr>
            <a:spLocks noGrp="1"/>
          </p:cNvSpPr>
          <p:nvPr/>
        </p:nvSpPr>
        <p:spPr>
          <a:xfrm>
            <a:off x="1076325" y="42672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Question hierarchy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0FC6CEF6-09A0-4110-9FF6-E0FEAF0D3701}"/>
              </a:ext>
            </a:extLst>
          </p:cNvPr>
          <p:cNvSpPr>
            <a:spLocks noGrp="1"/>
          </p:cNvSpPr>
          <p:nvPr/>
        </p:nvSpPr>
        <p:spPr>
          <a:xfrm>
            <a:off x="1000125" y="4791075"/>
            <a:ext cx="345757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93D1EA-B87C-49D4-8480-9933BA19DFB4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49B17C-59C7-4A29-A927-0AC191DA48E9}"/>
              </a:ext>
            </a:extLst>
          </p:cNvPr>
          <p:cNvSpPr>
            <a:spLocks noGrp="1"/>
          </p:cNvSpPr>
          <p:nvPr/>
        </p:nvSpPr>
        <p:spPr>
          <a:xfrm>
            <a:off x="571500" y="490537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5CC266-6182-4CA5-866B-B5C3AB2C4CEA}"/>
              </a:ext>
            </a:extLst>
          </p:cNvPr>
          <p:cNvSpPr>
            <a:spLocks noGrp="1"/>
          </p:cNvSpPr>
          <p:nvPr/>
        </p:nvSpPr>
        <p:spPr>
          <a:xfrm>
            <a:off x="1076325" y="4867275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Player and runtime state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53A901B-C2CF-4A20-813F-97BF89124FA3}"/>
              </a:ext>
            </a:extLst>
          </p:cNvPr>
          <p:cNvSpPr>
            <a:spLocks noGrp="1"/>
          </p:cNvSpPr>
          <p:nvPr/>
        </p:nvSpPr>
        <p:spPr>
          <a:xfrm>
            <a:off x="1000125" y="5391150"/>
            <a:ext cx="345757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359EC86-C9D1-44E2-AF26-0708D6637E29}"/>
              </a:ext>
            </a:extLst>
          </p:cNvPr>
          <p:cNvSpPr>
            <a:spLocks noGrp="1"/>
          </p:cNvSpPr>
          <p:nvPr/>
        </p:nvSpPr>
        <p:spPr>
          <a:xfrm>
            <a:off x="571500" y="551497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FE6483-9FDD-4302-95C2-6BE3BCD4E810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DD0BF0-3824-4416-A447-2B76F9394955}"/>
              </a:ext>
            </a:extLst>
          </p:cNvPr>
          <p:cNvSpPr>
            <a:spLocks noGrp="1"/>
          </p:cNvSpPr>
          <p:nvPr/>
        </p:nvSpPr>
        <p:spPr>
          <a:xfrm>
            <a:off x="1076325" y="54673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Save system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8A919DB6-25EE-4288-A955-5C0D62E2AD79}"/>
              </a:ext>
            </a:extLst>
          </p:cNvPr>
          <p:cNvSpPr>
            <a:spLocks noGrp="1"/>
          </p:cNvSpPr>
          <p:nvPr/>
        </p:nvSpPr>
        <p:spPr>
          <a:xfrm>
            <a:off x="1000125" y="5991225"/>
            <a:ext cx="345757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F93FBC-E4AD-4692-ABB2-4B4C91CE7728}"/>
              </a:ext>
            </a:extLst>
          </p:cNvPr>
          <p:cNvSpPr>
            <a:spLocks noGrp="1"/>
          </p:cNvSpPr>
          <p:nvPr/>
        </p:nvSpPr>
        <p:spPr>
          <a:xfrm>
            <a:off x="571500" y="611505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68A255-C76A-4E24-BEF5-2109D0159C86}"/>
              </a:ext>
            </a:extLst>
          </p:cNvPr>
          <p:cNvSpPr>
            <a:spLocks noGrp="1"/>
          </p:cNvSpPr>
          <p:nvPr/>
        </p:nvSpPr>
        <p:spPr>
          <a:xfrm>
            <a:off x="571500" y="610552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E8F1AC-4048-4683-835F-D07760D9F7D3}"/>
              </a:ext>
            </a:extLst>
          </p:cNvPr>
          <p:cNvSpPr>
            <a:spLocks noGrp="1"/>
          </p:cNvSpPr>
          <p:nvPr/>
        </p:nvSpPr>
        <p:spPr>
          <a:xfrm>
            <a:off x="1076325" y="6067425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Leaderboard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2E61EF40-13C2-4591-A382-729649AF0CAB}"/>
              </a:ext>
            </a:extLst>
          </p:cNvPr>
          <p:cNvSpPr>
            <a:spLocks noGrp="1"/>
          </p:cNvSpPr>
          <p:nvPr/>
        </p:nvSpPr>
        <p:spPr>
          <a:xfrm>
            <a:off x="1000125" y="6591300"/>
            <a:ext cx="345757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B6D6933-FE52-429E-9E55-DEC32BAD3212}"/>
              </a:ext>
            </a:extLst>
          </p:cNvPr>
          <p:cNvSpPr>
            <a:spLocks noGrp="1"/>
          </p:cNvSpPr>
          <p:nvPr/>
        </p:nvSpPr>
        <p:spPr>
          <a:xfrm>
            <a:off x="571500" y="671512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DF2845-B225-4469-8DCA-351EBE80A81F}"/>
              </a:ext>
            </a:extLst>
          </p:cNvPr>
          <p:cNvSpPr>
            <a:spLocks noGrp="1"/>
          </p:cNvSpPr>
          <p:nvPr/>
        </p:nvSpPr>
        <p:spPr>
          <a:xfrm>
            <a:off x="571500" y="67056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B1166E-5580-48C0-B85C-86EBDABE6FC5}"/>
              </a:ext>
            </a:extLst>
          </p:cNvPr>
          <p:cNvSpPr>
            <a:spLocks noGrp="1"/>
          </p:cNvSpPr>
          <p:nvPr/>
        </p:nvSpPr>
        <p:spPr>
          <a:xfrm>
            <a:off x="1076325" y="66675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9918"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How everything connects in QuizGame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918392-6A5A-41F3-B5CF-B2CF1EC8E877}"/>
              </a:ext>
            </a:extLst>
          </p:cNvPr>
          <p:cNvSpPr>
            <a:spLocks noGrp="1"/>
          </p:cNvSpPr>
          <p:nvPr/>
        </p:nvSpPr>
        <p:spPr>
          <a:xfrm>
            <a:off x="7200900" y="3086100"/>
            <a:ext cx="3476625" cy="2743200"/>
          </a:xfrm>
          <a:prstGeom prst="roundRect">
            <a:avLst>
              <a:gd name="adj" fmla="val 4167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1E4D0B-11CF-41EA-A1B4-2D0670A6678A}"/>
              </a:ext>
            </a:extLst>
          </p:cNvPr>
          <p:cNvSpPr>
            <a:spLocks noGrp="1"/>
          </p:cNvSpPr>
          <p:nvPr/>
        </p:nvSpPr>
        <p:spPr>
          <a:xfrm>
            <a:off x="7315200" y="3162300"/>
            <a:ext cx="32480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4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lang="en-150" sz="2475" b="1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</a:t>
            </a:r>
            <a:r>
              <a:rPr sz="247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  </a:t>
            </a:r>
            <a:r>
              <a:rPr sz="2475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QuizGame</a:t>
            </a:r>
            <a:endParaRPr sz="2475" b="1" i="0" dirty="0">
              <a:solidFill>
                <a:srgbClr val="0D4F9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32B379E6-5E97-4D35-A298-7CE9E5861129}"/>
              </a:ext>
            </a:extLst>
          </p:cNvPr>
          <p:cNvSpPr>
            <a:spLocks noGrp="1"/>
          </p:cNvSpPr>
          <p:nvPr/>
        </p:nvSpPr>
        <p:spPr>
          <a:xfrm>
            <a:off x="7334250" y="3867150"/>
            <a:ext cx="3209925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958F65-2F79-49E1-BD3F-EE3E57295512}"/>
              </a:ext>
            </a:extLst>
          </p:cNvPr>
          <p:cNvSpPr>
            <a:spLocks noGrp="1"/>
          </p:cNvSpPr>
          <p:nvPr/>
        </p:nvSpPr>
        <p:spPr>
          <a:xfrm>
            <a:off x="7448550" y="4029075"/>
            <a:ext cx="3048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run()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vector&lt;Question*&gt; m_questions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Player m_player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Leaderboard m_leaderboard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SaveManager m_saveManager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EDE126F-32A0-4512-9F08-4C0C28BFD2B9}"/>
              </a:ext>
            </a:extLst>
          </p:cNvPr>
          <p:cNvSpPr>
            <a:spLocks noGrp="1"/>
          </p:cNvSpPr>
          <p:nvPr/>
        </p:nvSpPr>
        <p:spPr>
          <a:xfrm>
            <a:off x="7867649" y="1619250"/>
            <a:ext cx="2143125" cy="1009650"/>
          </a:xfrm>
          <a:prstGeom prst="roundRect">
            <a:avLst>
              <a:gd name="adj" fmla="val 9434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EBD7F39-1391-47E1-B616-9E0B2C334FF6}"/>
              </a:ext>
            </a:extLst>
          </p:cNvPr>
          <p:cNvSpPr>
            <a:spLocks noGrp="1"/>
          </p:cNvSpPr>
          <p:nvPr/>
        </p:nvSpPr>
        <p:spPr>
          <a:xfrm>
            <a:off x="7948612" y="1738312"/>
            <a:ext cx="1914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1725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📕</a:t>
            </a:r>
            <a:r>
              <a:rPr sz="1725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main.cpp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52909D62-FF04-4582-9406-7375F7EE4DDA}"/>
              </a:ext>
            </a:extLst>
          </p:cNvPr>
          <p:cNvSpPr>
            <a:spLocks noGrp="1"/>
          </p:cNvSpPr>
          <p:nvPr/>
        </p:nvSpPr>
        <p:spPr>
          <a:xfrm>
            <a:off x="7996236" y="2147887"/>
            <a:ext cx="1876425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26D4C5-1BEA-43FF-B5F8-62C1F093462D}"/>
              </a:ext>
            </a:extLst>
          </p:cNvPr>
          <p:cNvSpPr>
            <a:spLocks noGrp="1"/>
          </p:cNvSpPr>
          <p:nvPr/>
        </p:nvSpPr>
        <p:spPr>
          <a:xfrm>
            <a:off x="8248650" y="2266950"/>
            <a:ext cx="1876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main()</a:t>
            </a:r>
          </a:p>
        </p:txBody>
      </p:sp>
      <p:cxnSp>
        <p:nvCxnSpPr>
          <p:cNvPr id="134" name="Straight Arrow Connector 133"/>
          <p:cNvCxnSpPr>
            <a:stCxn id="45" idx="2"/>
            <a:endCxn id="41" idx="0"/>
          </p:cNvCxnSpPr>
          <p:nvPr/>
        </p:nvCxnSpPr>
        <p:spPr>
          <a:xfrm>
            <a:off x="8939212" y="2628900"/>
            <a:ext cx="1" cy="457200"/>
          </a:xfrm>
          <a:prstGeom prst="straightConnector1">
            <a:avLst/>
          </a:prstGeom>
          <a:ln w="2190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613898D-6646-4EBD-A0F1-14C0E42A619F}"/>
              </a:ext>
            </a:extLst>
          </p:cNvPr>
          <p:cNvSpPr>
            <a:spLocks noGrp="1"/>
          </p:cNvSpPr>
          <p:nvPr/>
        </p:nvSpPr>
        <p:spPr>
          <a:xfrm>
            <a:off x="12172950" y="2333625"/>
            <a:ext cx="2743200" cy="1428750"/>
          </a:xfrm>
          <a:prstGeom prst="roundRect">
            <a:avLst>
              <a:gd name="adj" fmla="val 8000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8DA2A31-4F60-43F6-A414-3FCC8FEC6334}"/>
              </a:ext>
            </a:extLst>
          </p:cNvPr>
          <p:cNvSpPr>
            <a:spLocks noGrp="1"/>
          </p:cNvSpPr>
          <p:nvPr/>
        </p:nvSpPr>
        <p:spPr>
          <a:xfrm>
            <a:off x="12287250" y="2409825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❓  Question (Hierarchy)</a:t>
            </a:r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A45DBB9A-1438-4784-970F-49E3303C32E2}"/>
              </a:ext>
            </a:extLst>
          </p:cNvPr>
          <p:cNvSpPr>
            <a:spLocks noGrp="1"/>
          </p:cNvSpPr>
          <p:nvPr/>
        </p:nvSpPr>
        <p:spPr>
          <a:xfrm>
            <a:off x="12306300" y="2914650"/>
            <a:ext cx="24765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1B67BF-1EC5-4CF3-9FB8-FA7A62D4FCFB}"/>
              </a:ext>
            </a:extLst>
          </p:cNvPr>
          <p:cNvSpPr>
            <a:spLocks noGrp="1"/>
          </p:cNvSpPr>
          <p:nvPr/>
        </p:nvSpPr>
        <p:spPr>
          <a:xfrm>
            <a:off x="12306300" y="3019425"/>
            <a:ext cx="247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abstract base class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Multiple polymorphic types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(</a:t>
            </a:r>
            <a:r>
              <a:rPr sz="1200" b="0" i="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MultipleChoice</a:t>
            </a: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i="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TrueFalse</a:t>
            </a: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94907E7-C76F-4F7D-9B01-1F13EF36C262}"/>
              </a:ext>
            </a:extLst>
          </p:cNvPr>
          <p:cNvSpPr>
            <a:spLocks noGrp="1"/>
          </p:cNvSpPr>
          <p:nvPr/>
        </p:nvSpPr>
        <p:spPr>
          <a:xfrm>
            <a:off x="12172950" y="3943350"/>
            <a:ext cx="2743200" cy="1000125"/>
          </a:xfrm>
          <a:prstGeom prst="roundRect">
            <a:avLst>
              <a:gd name="adj" fmla="val 11429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92894E-E04F-4620-880A-4A2637FB96FD}"/>
              </a:ext>
            </a:extLst>
          </p:cNvPr>
          <p:cNvSpPr>
            <a:spLocks noGrp="1"/>
          </p:cNvSpPr>
          <p:nvPr/>
        </p:nvSpPr>
        <p:spPr>
          <a:xfrm>
            <a:off x="12287250" y="401955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1725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💻</a:t>
            </a:r>
            <a:r>
              <a:rPr sz="1725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</a:t>
            </a:r>
            <a:r>
              <a:rPr sz="1725" b="1" i="0" dirty="0" err="1">
                <a:solidFill>
                  <a:srgbClr val="633199"/>
                </a:solidFill>
                <a:latin typeface="Arial"/>
                <a:ea typeface="Arial"/>
                <a:cs typeface="Arial"/>
              </a:rPr>
              <a:t>ConsoleUI</a:t>
            </a:r>
            <a:endParaRPr sz="1725" b="1" i="0" dirty="0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B9AE450B-26D2-4ABC-B308-A7061C115A07}"/>
              </a:ext>
            </a:extLst>
          </p:cNvPr>
          <p:cNvSpPr>
            <a:spLocks noGrp="1"/>
          </p:cNvSpPr>
          <p:nvPr/>
        </p:nvSpPr>
        <p:spPr>
          <a:xfrm>
            <a:off x="12306300" y="4495800"/>
            <a:ext cx="247650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8881A3-6CDA-4671-AF03-913CAA06D302}"/>
              </a:ext>
            </a:extLst>
          </p:cNvPr>
          <p:cNvSpPr>
            <a:spLocks noGrp="1"/>
          </p:cNvSpPr>
          <p:nvPr/>
        </p:nvSpPr>
        <p:spPr>
          <a:xfrm>
            <a:off x="12306300" y="45815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all input/output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2FF22A5-4627-4DA9-94AB-5EF3A35DAD3B}"/>
              </a:ext>
            </a:extLst>
          </p:cNvPr>
          <p:cNvSpPr>
            <a:spLocks noGrp="1"/>
          </p:cNvSpPr>
          <p:nvPr/>
        </p:nvSpPr>
        <p:spPr>
          <a:xfrm>
            <a:off x="12172950" y="5124450"/>
            <a:ext cx="2743200" cy="1143000"/>
          </a:xfrm>
          <a:prstGeom prst="roundRect">
            <a:avLst>
              <a:gd name="adj" fmla="val 10000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375ADE3-9BA9-42ED-8E1C-C9451FCAB5A6}"/>
              </a:ext>
            </a:extLst>
          </p:cNvPr>
          <p:cNvSpPr>
            <a:spLocks noGrp="1"/>
          </p:cNvSpPr>
          <p:nvPr/>
        </p:nvSpPr>
        <p:spPr>
          <a:xfrm>
            <a:off x="12287250" y="520065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165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r>
              <a:rPr sz="165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  </a:t>
            </a:r>
            <a:r>
              <a:rPr sz="1650" b="1" i="0" dirty="0" err="1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SaveManager</a:t>
            </a:r>
            <a:endParaRPr sz="165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D57DA2C2-C35F-4BC5-98BA-3C74A6C8D864}"/>
              </a:ext>
            </a:extLst>
          </p:cNvPr>
          <p:cNvSpPr>
            <a:spLocks noGrp="1"/>
          </p:cNvSpPr>
          <p:nvPr/>
        </p:nvSpPr>
        <p:spPr>
          <a:xfrm>
            <a:off x="12306300" y="5676900"/>
            <a:ext cx="247650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BCC8B8-DCEF-48BE-B200-AD6207F7D22E}"/>
              </a:ext>
            </a:extLst>
          </p:cNvPr>
          <p:cNvSpPr>
            <a:spLocks noGrp="1"/>
          </p:cNvSpPr>
          <p:nvPr/>
        </p:nvSpPr>
        <p:spPr>
          <a:xfrm>
            <a:off x="12306300" y="5762625"/>
            <a:ext cx="2476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6726"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save/load game data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(slots, progress, state)</a:t>
            </a:r>
          </a:p>
        </p:txBody>
      </p:sp>
      <p:cxnSp>
        <p:nvCxnSpPr>
          <p:cNvPr id="147" name="Straight Arrow Connector 146"/>
          <p:cNvCxnSpPr>
            <a:stCxn id="41" idx="3"/>
            <a:endCxn id="50" idx="1"/>
          </p:cNvCxnSpPr>
          <p:nvPr/>
        </p:nvCxnSpPr>
        <p:spPr>
          <a:xfrm flipV="1">
            <a:off x="10677525" y="3048000"/>
            <a:ext cx="1495425" cy="1409700"/>
          </a:xfrm>
          <a:prstGeom prst="straightConnector1">
            <a:avLst/>
          </a:prstGeom>
          <a:ln w="19050">
            <a:solidFill>
              <a:srgbClr val="111111"/>
            </a:solidFill>
            <a:prstDash val="dash"/>
            <a:tailEnd type="triangle" w="med" len="med"/>
          </a:ln>
        </p:spPr>
      </p:cxnSp>
      <p:cxnSp>
        <p:nvCxnSpPr>
          <p:cNvPr id="148" name="Straight Arrow Connector 147"/>
          <p:cNvCxnSpPr>
            <a:stCxn id="41" idx="3"/>
            <a:endCxn id="54" idx="1"/>
          </p:cNvCxnSpPr>
          <p:nvPr/>
        </p:nvCxnSpPr>
        <p:spPr>
          <a:xfrm flipV="1">
            <a:off x="10677525" y="4443413"/>
            <a:ext cx="1495425" cy="14288"/>
          </a:xfrm>
          <a:prstGeom prst="straightConnector1">
            <a:avLst/>
          </a:prstGeom>
          <a:ln w="19050">
            <a:solidFill>
              <a:srgbClr val="111111"/>
            </a:solidFill>
            <a:prstDash val="dash"/>
            <a:tailEnd type="triangle" w="med" len="med"/>
          </a:ln>
        </p:spPr>
      </p:cxnSp>
      <p:cxnSp>
        <p:nvCxnSpPr>
          <p:cNvPr id="149" name="Straight Arrow Connector 148"/>
          <p:cNvCxnSpPr>
            <a:stCxn id="41" idx="3"/>
            <a:endCxn id="58" idx="1"/>
          </p:cNvCxnSpPr>
          <p:nvPr/>
        </p:nvCxnSpPr>
        <p:spPr>
          <a:xfrm>
            <a:off x="10677525" y="4457700"/>
            <a:ext cx="1495425" cy="1238250"/>
          </a:xfrm>
          <a:prstGeom prst="straightConnector1">
            <a:avLst/>
          </a:prstGeom>
          <a:ln w="19050">
            <a:solidFill>
              <a:srgbClr val="111111"/>
            </a:solidFill>
            <a:prstDash val="dash"/>
            <a:tailEnd type="triangle" w="med" len="med"/>
          </a:ln>
        </p:spPr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EB6DCB0-7B91-42E7-B1CE-07C3EEBAD574}"/>
              </a:ext>
            </a:extLst>
          </p:cNvPr>
          <p:cNvSpPr>
            <a:spLocks noGrp="1"/>
          </p:cNvSpPr>
          <p:nvPr/>
        </p:nvSpPr>
        <p:spPr>
          <a:xfrm>
            <a:off x="11329639" y="2952750"/>
            <a:ext cx="80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FD916FC-3E50-4663-B0C8-5E63E9376E26}"/>
              </a:ext>
            </a:extLst>
          </p:cNvPr>
          <p:cNvSpPr>
            <a:spLocks noGrp="1"/>
          </p:cNvSpPr>
          <p:nvPr/>
        </p:nvSpPr>
        <p:spPr>
          <a:xfrm>
            <a:off x="11182350" y="4174157"/>
            <a:ext cx="80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F6D6394-DD26-4FD1-9A20-DD0454BE94E2}"/>
              </a:ext>
            </a:extLst>
          </p:cNvPr>
          <p:cNvSpPr>
            <a:spLocks noGrp="1"/>
          </p:cNvSpPr>
          <p:nvPr/>
        </p:nvSpPr>
        <p:spPr>
          <a:xfrm>
            <a:off x="11068050" y="5250366"/>
            <a:ext cx="809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1FAE225-A0CD-40B4-875C-C129A65FD12C}"/>
              </a:ext>
            </a:extLst>
          </p:cNvPr>
          <p:cNvSpPr>
            <a:spLocks noGrp="1"/>
          </p:cNvSpPr>
          <p:nvPr/>
        </p:nvSpPr>
        <p:spPr>
          <a:xfrm>
            <a:off x="5381625" y="6438900"/>
            <a:ext cx="2171700" cy="1114425"/>
          </a:xfrm>
          <a:prstGeom prst="roundRect">
            <a:avLst>
              <a:gd name="adj" fmla="val 10256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09BDB2D-04D7-4F9E-90C8-D0EA48EE6B77}"/>
              </a:ext>
            </a:extLst>
          </p:cNvPr>
          <p:cNvSpPr>
            <a:spLocks noGrp="1"/>
          </p:cNvSpPr>
          <p:nvPr/>
        </p:nvSpPr>
        <p:spPr>
          <a:xfrm>
            <a:off x="5495925" y="65151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007E82"/>
                </a:solidFill>
                <a:latin typeface="Arial"/>
                <a:ea typeface="Arial"/>
                <a:cs typeface="Arial"/>
              </a:rPr>
              <a:t>♟  Player</a:t>
            </a:r>
          </a:p>
        </p:txBody>
      </p:sp>
      <p:sp>
        <p:nvSpPr>
          <p:cNvPr id="70" name="Straight Connector 69">
            <a:extLst>
              <a:ext uri="{FF2B5EF4-FFF2-40B4-BE49-F238E27FC236}">
                <a16:creationId xmlns:a16="http://schemas.microsoft.com/office/drawing/2014/main" id="{0C14FC4C-3688-45CB-8964-125B07BE6162}"/>
              </a:ext>
            </a:extLst>
          </p:cNvPr>
          <p:cNvSpPr>
            <a:spLocks noGrp="1"/>
          </p:cNvSpPr>
          <p:nvPr/>
        </p:nvSpPr>
        <p:spPr>
          <a:xfrm>
            <a:off x="5514975" y="6972300"/>
            <a:ext cx="1905000" cy="0"/>
          </a:xfrm>
          <a:prstGeom prst="line">
            <a:avLst/>
          </a:prstGeom>
          <a:noFill/>
          <a:ln w="13335">
            <a:solidFill>
              <a:srgbClr val="007E8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FC9D01-B814-4202-85B6-77B23D1ADCC2}"/>
              </a:ext>
            </a:extLst>
          </p:cNvPr>
          <p:cNvSpPr>
            <a:spLocks noGrp="1"/>
          </p:cNvSpPr>
          <p:nvPr/>
        </p:nvSpPr>
        <p:spPr>
          <a:xfrm>
            <a:off x="5514975" y="7048500"/>
            <a:ext cx="1905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m_name, m_score, m_lives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FCD59AF-6B8A-4A48-83AE-7160CAADE4F2}"/>
              </a:ext>
            </a:extLst>
          </p:cNvPr>
          <p:cNvSpPr>
            <a:spLocks noGrp="1"/>
          </p:cNvSpPr>
          <p:nvPr/>
        </p:nvSpPr>
        <p:spPr>
          <a:xfrm>
            <a:off x="7872411" y="6438900"/>
            <a:ext cx="2133600" cy="1114425"/>
          </a:xfrm>
          <a:prstGeom prst="roundRect">
            <a:avLst>
              <a:gd name="adj" fmla="val 10256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6B8AF4B-3237-425D-89EE-53236904640D}"/>
              </a:ext>
            </a:extLst>
          </p:cNvPr>
          <p:cNvSpPr>
            <a:spLocks noGrp="1"/>
          </p:cNvSpPr>
          <p:nvPr/>
        </p:nvSpPr>
        <p:spPr>
          <a:xfrm>
            <a:off x="7886700" y="65151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🏆  Leaderboard</a:t>
            </a:r>
          </a:p>
        </p:txBody>
      </p:sp>
      <p:sp>
        <p:nvSpPr>
          <p:cNvPr id="74" name="Straight Connector 73">
            <a:extLst>
              <a:ext uri="{FF2B5EF4-FFF2-40B4-BE49-F238E27FC236}">
                <a16:creationId xmlns:a16="http://schemas.microsoft.com/office/drawing/2014/main" id="{730D66D7-88FE-4354-8422-351D470D1EF3}"/>
              </a:ext>
            </a:extLst>
          </p:cNvPr>
          <p:cNvSpPr>
            <a:spLocks noGrp="1"/>
          </p:cNvSpPr>
          <p:nvPr/>
        </p:nvSpPr>
        <p:spPr>
          <a:xfrm>
            <a:off x="7905750" y="6972300"/>
            <a:ext cx="186690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305CE55-6C96-46F2-91E1-3BF2D24D800B}"/>
              </a:ext>
            </a:extLst>
          </p:cNvPr>
          <p:cNvSpPr>
            <a:spLocks noGrp="1"/>
          </p:cNvSpPr>
          <p:nvPr/>
        </p:nvSpPr>
        <p:spPr>
          <a:xfrm>
            <a:off x="7948612" y="7048500"/>
            <a:ext cx="1866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5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</a:t>
            </a:r>
            <a:r>
              <a:rPr sz="1050" b="0" i="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LeaderboardEntry</a:t>
            </a:r>
            <a:r>
              <a:rPr sz="105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&gt;</a:t>
            </a:r>
          </a:p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5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top scores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3F8F87F-4133-4649-9B6F-B5D94A906B7A}"/>
              </a:ext>
            </a:extLst>
          </p:cNvPr>
          <p:cNvSpPr>
            <a:spLocks noGrp="1"/>
          </p:cNvSpPr>
          <p:nvPr/>
        </p:nvSpPr>
        <p:spPr>
          <a:xfrm>
            <a:off x="10263187" y="6431001"/>
            <a:ext cx="2171700" cy="1114425"/>
          </a:xfrm>
          <a:prstGeom prst="roundRect">
            <a:avLst>
              <a:gd name="adj" fmla="val 10256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E552CD-E54F-4E7A-B3C5-248A877F86FE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007E82"/>
                </a:solidFill>
                <a:latin typeface="Arial"/>
                <a:ea typeface="Arial"/>
                <a:cs typeface="Arial"/>
              </a:rPr>
              <a:t>♟  Player</a:t>
            </a:r>
          </a:p>
        </p:txBody>
      </p:sp>
      <p:sp>
        <p:nvSpPr>
          <p:cNvPr id="78" name="Straight Connector 77">
            <a:extLst>
              <a:ext uri="{FF2B5EF4-FFF2-40B4-BE49-F238E27FC236}">
                <a16:creationId xmlns:a16="http://schemas.microsoft.com/office/drawing/2014/main" id="{B2E4F22F-1123-4F02-AC25-6872E54BBD37}"/>
              </a:ext>
            </a:extLst>
          </p:cNvPr>
          <p:cNvSpPr>
            <a:spLocks noGrp="1"/>
          </p:cNvSpPr>
          <p:nvPr/>
        </p:nvSpPr>
        <p:spPr>
          <a:xfrm>
            <a:off x="10377139" y="6972300"/>
            <a:ext cx="1905000" cy="0"/>
          </a:xfrm>
          <a:prstGeom prst="line">
            <a:avLst/>
          </a:prstGeom>
          <a:noFill/>
          <a:ln w="13335">
            <a:solidFill>
              <a:srgbClr val="007E8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5106B4F-B601-49FE-82B7-326D1B58F6A9}"/>
              </a:ext>
            </a:extLst>
          </p:cNvPr>
          <p:cNvSpPr>
            <a:spLocks noGrp="1"/>
          </p:cNvSpPr>
          <p:nvPr/>
        </p:nvSpPr>
        <p:spPr>
          <a:xfrm>
            <a:off x="10377139" y="7048500"/>
            <a:ext cx="1905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m_name</a:t>
            </a: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, </a:t>
            </a:r>
            <a:r>
              <a:rPr sz="1125" b="0" i="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m_score</a:t>
            </a: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, </a:t>
            </a:r>
            <a:r>
              <a:rPr sz="1125" b="0" i="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m_lives</a:t>
            </a:r>
            <a:endParaRPr sz="1125" b="0" i="0" dirty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B0B68C-EF91-4E03-AB63-9013CFDC0B11}"/>
              </a:ext>
            </a:extLst>
          </p:cNvPr>
          <p:cNvSpPr>
            <a:spLocks noGrp="1"/>
          </p:cNvSpPr>
          <p:nvPr/>
        </p:nvSpPr>
        <p:spPr>
          <a:xfrm>
            <a:off x="6696075" y="6162675"/>
            <a:ext cx="266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8D23439-0BB2-4D3C-A0B9-55A65F624528}"/>
              </a:ext>
            </a:extLst>
          </p:cNvPr>
          <p:cNvSpPr>
            <a:spLocks noGrp="1"/>
          </p:cNvSpPr>
          <p:nvPr/>
        </p:nvSpPr>
        <p:spPr>
          <a:xfrm>
            <a:off x="8877300" y="6162675"/>
            <a:ext cx="266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5CB1009-CEF4-446D-B48B-DC1C2B15B8A9}"/>
              </a:ext>
            </a:extLst>
          </p:cNvPr>
          <p:cNvSpPr>
            <a:spLocks noGrp="1"/>
          </p:cNvSpPr>
          <p:nvPr/>
        </p:nvSpPr>
        <p:spPr>
          <a:xfrm>
            <a:off x="11106150" y="6162675"/>
            <a:ext cx="266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EEDFFF0C-545D-9F24-35C6-04C7A43A4E58}"/>
              </a:ext>
            </a:extLst>
          </p:cNvPr>
          <p:cNvCxnSpPr>
            <a:stCxn id="41" idx="2"/>
            <a:endCxn id="68" idx="0"/>
          </p:cNvCxnSpPr>
          <p:nvPr/>
        </p:nvCxnSpPr>
        <p:spPr>
          <a:xfrm rot="5400000">
            <a:off x="7398544" y="4898231"/>
            <a:ext cx="609600" cy="24717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7FCAA6CD-81BC-F2E4-672D-E339A00B929D}"/>
              </a:ext>
            </a:extLst>
          </p:cNvPr>
          <p:cNvCxnSpPr>
            <a:cxnSpLocks/>
            <a:stCxn id="41" idx="2"/>
            <a:endCxn id="72" idx="0"/>
          </p:cNvCxnSpPr>
          <p:nvPr/>
        </p:nvCxnSpPr>
        <p:spPr>
          <a:xfrm rot="5400000">
            <a:off x="8634412" y="6134099"/>
            <a:ext cx="609600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39FB02ED-20FD-4CE5-C2FF-466FF8959C7E}"/>
              </a:ext>
            </a:extLst>
          </p:cNvPr>
          <p:cNvCxnSpPr>
            <a:cxnSpLocks/>
            <a:stCxn id="41" idx="2"/>
            <a:endCxn id="76" idx="0"/>
          </p:cNvCxnSpPr>
          <p:nvPr/>
        </p:nvCxnSpPr>
        <p:spPr>
          <a:xfrm rot="16200000" flipH="1">
            <a:off x="9843275" y="4925238"/>
            <a:ext cx="601701" cy="24098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43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rder-2">
            <a:extLst>
              <a:ext uri="{FF2B5EF4-FFF2-40B4-BE49-F238E27FC236}">
                <a16:creationId xmlns:a16="http://schemas.microsoft.com/office/drawing/2014/main" id="{D87AF41F-587A-49E5-A147-DB84BA55D9DD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2">
            <a:extLst>
              <a:ext uri="{FF2B5EF4-FFF2-40B4-BE49-F238E27FC236}">
                <a16:creationId xmlns:a16="http://schemas.microsoft.com/office/drawing/2014/main" id="{F2507379-3624-436C-8B56-F05B0D48E11B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BA17D-53DF-4608-84E0-8744FB7FED0A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 dirty="0">
                <a:solidFill>
                  <a:srgbClr val="082B55"/>
                </a:solidFill>
                <a:latin typeface="Arial"/>
                <a:ea typeface="Arial"/>
                <a:cs typeface="Arial"/>
              </a:rPr>
              <a:t>Quiz Arena — 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D586F-C70D-4112-B7BC-30C406AE7FD3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How the main classes connect</a:t>
            </a:r>
          </a:p>
        </p:txBody>
      </p:sp>
      <p:sp>
        <p:nvSpPr>
          <p:cNvPr id="5" name="footer-2">
            <a:extLst>
              <a:ext uri="{FF2B5EF4-FFF2-40B4-BE49-F238E27FC236}">
                <a16:creationId xmlns:a16="http://schemas.microsoft.com/office/drawing/2014/main" id="{A40D994D-8DC6-48F9-987F-12988FDC29A0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7CF5D-A735-4BC0-8993-210C99B5F09B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2. Overall class relationships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6C49D-695B-4C36-ABD4-EA4E9A6919B3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21DB7C-59CD-43B4-945A-9533C3900F25}"/>
              </a:ext>
            </a:extLst>
          </p:cNvPr>
          <p:cNvSpPr>
            <a:spLocks noGrp="1"/>
          </p:cNvSpPr>
          <p:nvPr/>
        </p:nvSpPr>
        <p:spPr>
          <a:xfrm>
            <a:off x="885825" y="2447925"/>
            <a:ext cx="2952750" cy="2162175"/>
          </a:xfrm>
          <a:prstGeom prst="roundRect">
            <a:avLst>
              <a:gd name="adj" fmla="val 5286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77A6C-D247-42FD-ABCB-92DD8B736A27}"/>
              </a:ext>
            </a:extLst>
          </p:cNvPr>
          <p:cNvSpPr>
            <a:spLocks noGrp="1"/>
          </p:cNvSpPr>
          <p:nvPr/>
        </p:nvSpPr>
        <p:spPr>
          <a:xfrm>
            <a:off x="1000125" y="2524125"/>
            <a:ext cx="2724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«abstract»</a:t>
            </a:r>
          </a:p>
          <a:p>
            <a:pPr algn="ctr">
              <a:lnSpc>
                <a:spcPct val="100000"/>
              </a:lnSpc>
              <a:buNone/>
              <a:defRPr sz="16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8CBE6C7-D1E0-4249-8FFA-596060EC8E49}"/>
              </a:ext>
            </a:extLst>
          </p:cNvPr>
          <p:cNvSpPr>
            <a:spLocks noGrp="1"/>
          </p:cNvSpPr>
          <p:nvPr/>
        </p:nvSpPr>
        <p:spPr>
          <a:xfrm>
            <a:off x="1019175" y="3362325"/>
            <a:ext cx="268605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0D34B0-2C98-44FF-8A39-B727BF8D2EEE}"/>
              </a:ext>
            </a:extLst>
          </p:cNvPr>
          <p:cNvSpPr>
            <a:spLocks noGrp="1"/>
          </p:cNvSpPr>
          <p:nvPr/>
        </p:nvSpPr>
        <p:spPr>
          <a:xfrm>
            <a:off x="1019175" y="3438525"/>
            <a:ext cx="26860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9271"/>
          </a:bodyPr>
          <a:lstStyle/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m_text, m_points</a:t>
            </a:r>
          </a:p>
          <a:p>
            <a:endParaRPr sz="1125" b="0" i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int getOptionCount() const</a:t>
            </a: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string getOption(int i) const</a:t>
            </a: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bool checkAnswer(int i) const</a:t>
            </a:r>
          </a:p>
          <a:p>
            <a:pPr algn="l">
              <a:lnSpc>
                <a:spcPct val="102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Question* clone() const = 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54A87F-7E93-48CC-9A8D-5E0828677A82}"/>
              </a:ext>
            </a:extLst>
          </p:cNvPr>
          <p:cNvSpPr>
            <a:spLocks noGrp="1"/>
          </p:cNvSpPr>
          <p:nvPr/>
        </p:nvSpPr>
        <p:spPr>
          <a:xfrm>
            <a:off x="114300" y="5372100"/>
            <a:ext cx="2247900" cy="1200150"/>
          </a:xfrm>
          <a:prstGeom prst="roundRect">
            <a:avLst>
              <a:gd name="adj" fmla="val 9524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E1592-7394-481B-ADE9-C1138FD2BB82}"/>
              </a:ext>
            </a:extLst>
          </p:cNvPr>
          <p:cNvSpPr>
            <a:spLocks noGrp="1"/>
          </p:cNvSpPr>
          <p:nvPr/>
        </p:nvSpPr>
        <p:spPr>
          <a:xfrm>
            <a:off x="228600" y="54483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1268"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lang="he-IL" sz="1275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 🔢</a:t>
            </a:r>
            <a:r>
              <a:rPr sz="1275" b="1" i="0" dirty="0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MultipleChoiceQuestion</a:t>
            </a:r>
            <a:endParaRPr sz="1275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5105841-CE71-475B-BAC7-02CEC108799F}"/>
              </a:ext>
            </a:extLst>
          </p:cNvPr>
          <p:cNvSpPr>
            <a:spLocks noGrp="1"/>
          </p:cNvSpPr>
          <p:nvPr/>
        </p:nvSpPr>
        <p:spPr>
          <a:xfrm>
            <a:off x="247650" y="5924550"/>
            <a:ext cx="19812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26B13-DF2B-48B9-A5E5-534372DE0410}"/>
              </a:ext>
            </a:extLst>
          </p:cNvPr>
          <p:cNvSpPr>
            <a:spLocks noGrp="1"/>
          </p:cNvSpPr>
          <p:nvPr/>
        </p:nvSpPr>
        <p:spPr>
          <a:xfrm>
            <a:off x="247650" y="6010275"/>
            <a:ext cx="1981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m_options</a:t>
            </a:r>
          </a:p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m_correctIndex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6606A7-954D-4705-9F29-707145EDC085}"/>
              </a:ext>
            </a:extLst>
          </p:cNvPr>
          <p:cNvSpPr>
            <a:spLocks noGrp="1"/>
          </p:cNvSpPr>
          <p:nvPr/>
        </p:nvSpPr>
        <p:spPr>
          <a:xfrm>
            <a:off x="2533650" y="5372100"/>
            <a:ext cx="1981200" cy="990600"/>
          </a:xfrm>
          <a:prstGeom prst="roundRect">
            <a:avLst>
              <a:gd name="adj" fmla="val 11538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50E44-634E-40B0-87DA-73AA27216AD6}"/>
              </a:ext>
            </a:extLst>
          </p:cNvPr>
          <p:cNvSpPr>
            <a:spLocks noGrp="1"/>
          </p:cNvSpPr>
          <p:nvPr/>
        </p:nvSpPr>
        <p:spPr>
          <a:xfrm>
            <a:off x="2647950" y="54483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7459"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✓× </a:t>
            </a:r>
            <a:r>
              <a:rPr sz="1200" b="1" i="0" dirty="0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TrueFalseQuestion</a:t>
            </a:r>
            <a:endParaRPr sz="120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FE1FEF6-22EB-42DC-90F6-9B62CD5734DB}"/>
              </a:ext>
            </a:extLst>
          </p:cNvPr>
          <p:cNvSpPr>
            <a:spLocks noGrp="1"/>
          </p:cNvSpPr>
          <p:nvPr/>
        </p:nvSpPr>
        <p:spPr>
          <a:xfrm>
            <a:off x="2667000" y="5924550"/>
            <a:ext cx="17145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451FAA-DE4D-4F98-BBA8-72111DEEC2F3}"/>
              </a:ext>
            </a:extLst>
          </p:cNvPr>
          <p:cNvSpPr>
            <a:spLocks noGrp="1"/>
          </p:cNvSpPr>
          <p:nvPr/>
        </p:nvSpPr>
        <p:spPr>
          <a:xfrm>
            <a:off x="2667000" y="60198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lnSpc>
                <a:spcPct val="105000"/>
              </a:lnSpc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lang="en-US" sz="1050" dirty="0" err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m_correctIsTrue</a:t>
            </a:r>
            <a:endParaRPr sz="1050" b="0" i="0" dirty="0">
              <a:solidFill>
                <a:srgbClr val="1616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3119107-DA39-45E8-9722-4A1BC903A641}"/>
              </a:ext>
            </a:extLst>
          </p:cNvPr>
          <p:cNvSpPr>
            <a:spLocks noGrp="1"/>
          </p:cNvSpPr>
          <p:nvPr/>
        </p:nvSpPr>
        <p:spPr>
          <a:xfrm>
            <a:off x="6200775" y="933450"/>
            <a:ext cx="2095500" cy="876300"/>
          </a:xfrm>
          <a:prstGeom prst="roundRect">
            <a:avLst>
              <a:gd name="adj" fmla="val 13043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DD23FB-BA9A-4C63-A999-D832703EB834}"/>
              </a:ext>
            </a:extLst>
          </p:cNvPr>
          <p:cNvSpPr>
            <a:spLocks noGrp="1"/>
          </p:cNvSpPr>
          <p:nvPr/>
        </p:nvSpPr>
        <p:spPr>
          <a:xfrm>
            <a:off x="6315075" y="100965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1600" b="1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📕</a:t>
            </a:r>
            <a:r>
              <a:rPr sz="1575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main.cpp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7E425EB-B3DB-42AB-96B2-C9FE909E76FB}"/>
              </a:ext>
            </a:extLst>
          </p:cNvPr>
          <p:cNvSpPr>
            <a:spLocks noGrp="1"/>
          </p:cNvSpPr>
          <p:nvPr/>
        </p:nvSpPr>
        <p:spPr>
          <a:xfrm>
            <a:off x="6334125" y="1409700"/>
            <a:ext cx="182880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9E66D1-BE7D-4B5B-A1B8-16376D03FA37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1828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game.run(ui)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A96FBA8-23A0-4906-B092-5719A2A0461A}"/>
              </a:ext>
            </a:extLst>
          </p:cNvPr>
          <p:cNvSpPr>
            <a:spLocks noGrp="1"/>
          </p:cNvSpPr>
          <p:nvPr/>
        </p:nvSpPr>
        <p:spPr>
          <a:xfrm>
            <a:off x="5648325" y="2228850"/>
            <a:ext cx="3200400" cy="2600325"/>
          </a:xfrm>
          <a:prstGeom prst="roundRect">
            <a:avLst>
              <a:gd name="adj" fmla="val 4396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12FC30-CD02-4C32-9621-FB95FE77B649}"/>
              </a:ext>
            </a:extLst>
          </p:cNvPr>
          <p:cNvSpPr>
            <a:spLocks noGrp="1"/>
          </p:cNvSpPr>
          <p:nvPr/>
        </p:nvSpPr>
        <p:spPr>
          <a:xfrm>
            <a:off x="5762625" y="2305050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  QuizGame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8A5696EA-6F29-4FA3-92F1-4CFEB2271B40}"/>
              </a:ext>
            </a:extLst>
          </p:cNvPr>
          <p:cNvSpPr>
            <a:spLocks noGrp="1"/>
          </p:cNvSpPr>
          <p:nvPr/>
        </p:nvSpPr>
        <p:spPr>
          <a:xfrm>
            <a:off x="5781675" y="2914650"/>
            <a:ext cx="293370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F9E5EC-1384-4E53-B620-2133ABD020D1}"/>
              </a:ext>
            </a:extLst>
          </p:cNvPr>
          <p:cNvSpPr>
            <a:spLocks noGrp="1"/>
          </p:cNvSpPr>
          <p:nvPr/>
        </p:nvSpPr>
        <p:spPr>
          <a:xfrm>
            <a:off x="5781675" y="3067050"/>
            <a:ext cx="29337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vector&lt;Question*&gt; m_questions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Player m_player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Leaderboard m_leaderboard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m_difficulty / m_targetScore /</a:t>
            </a:r>
          </a:p>
          <a:p>
            <a:pPr algn="l">
              <a:lnSpc>
                <a:spcPct val="105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m_startLives / m_currentIndex</a:t>
            </a:r>
          </a:p>
        </p:txBody>
      </p:sp>
      <p:cxnSp>
        <p:nvCxnSpPr>
          <p:cNvPr id="122" name="Straight Arrow Connector 121"/>
          <p:cNvCxnSpPr>
            <a:stCxn id="22" idx="2"/>
            <a:endCxn id="26" idx="0"/>
          </p:cNvCxnSpPr>
          <p:nvPr/>
        </p:nvCxnSpPr>
        <p:spPr>
          <a:xfrm>
            <a:off x="7248525" y="1809750"/>
            <a:ext cx="0" cy="41910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BC2FFA5-EA3D-4566-90D1-19D5DEA13C1A}"/>
              </a:ext>
            </a:extLst>
          </p:cNvPr>
          <p:cNvSpPr>
            <a:spLocks noGrp="1"/>
          </p:cNvSpPr>
          <p:nvPr/>
        </p:nvSpPr>
        <p:spPr>
          <a:xfrm>
            <a:off x="4338638" y="35052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owns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D12622-9866-4A18-B120-1344CDDD5748}"/>
              </a:ext>
            </a:extLst>
          </p:cNvPr>
          <p:cNvSpPr>
            <a:spLocks noGrp="1"/>
          </p:cNvSpPr>
          <p:nvPr/>
        </p:nvSpPr>
        <p:spPr>
          <a:xfrm>
            <a:off x="4095750" y="3276600"/>
            <a:ext cx="1381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vector&lt;Question*&gt;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C0C30BA-93B9-4D5B-A15E-44B9CA854E9A}"/>
              </a:ext>
            </a:extLst>
          </p:cNvPr>
          <p:cNvSpPr>
            <a:spLocks noGrp="1"/>
          </p:cNvSpPr>
          <p:nvPr/>
        </p:nvSpPr>
        <p:spPr>
          <a:xfrm>
            <a:off x="9820275" y="2571750"/>
            <a:ext cx="1981200" cy="1009650"/>
          </a:xfrm>
          <a:prstGeom prst="roundRect">
            <a:avLst>
              <a:gd name="adj" fmla="val 11321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5ABAC5-72BA-4C9B-9831-791C1ECA9CDF}"/>
              </a:ext>
            </a:extLst>
          </p:cNvPr>
          <p:cNvSpPr>
            <a:spLocks noGrp="1"/>
          </p:cNvSpPr>
          <p:nvPr/>
        </p:nvSpPr>
        <p:spPr>
          <a:xfrm>
            <a:off x="9934575" y="26479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1600" b="1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💻</a:t>
            </a:r>
            <a:r>
              <a:rPr sz="15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</a:t>
            </a:r>
            <a:r>
              <a:rPr sz="1500" b="1" i="0" dirty="0" err="1">
                <a:solidFill>
                  <a:srgbClr val="633199"/>
                </a:solidFill>
                <a:latin typeface="Arial"/>
                <a:ea typeface="Arial"/>
                <a:cs typeface="Arial"/>
              </a:rPr>
              <a:t>ConsoleUI</a:t>
            </a:r>
            <a:endParaRPr sz="1500" b="1" i="0" dirty="0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A50A4AEF-9D10-4916-B98D-9BC2A57EC8A1}"/>
              </a:ext>
            </a:extLst>
          </p:cNvPr>
          <p:cNvSpPr>
            <a:spLocks noGrp="1"/>
          </p:cNvSpPr>
          <p:nvPr/>
        </p:nvSpPr>
        <p:spPr>
          <a:xfrm>
            <a:off x="9953625" y="3124200"/>
            <a:ext cx="171450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77A876-C161-4355-81A5-F21AE9B123DE}"/>
              </a:ext>
            </a:extLst>
          </p:cNvPr>
          <p:cNvSpPr>
            <a:spLocks noGrp="1"/>
          </p:cNvSpPr>
          <p:nvPr/>
        </p:nvSpPr>
        <p:spPr>
          <a:xfrm>
            <a:off x="9953625" y="3209925"/>
            <a:ext cx="1714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all input/output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7EF9FF3-973D-4AF7-ABB7-D04D7EE92D5B}"/>
              </a:ext>
            </a:extLst>
          </p:cNvPr>
          <p:cNvSpPr>
            <a:spLocks noGrp="1"/>
          </p:cNvSpPr>
          <p:nvPr/>
        </p:nvSpPr>
        <p:spPr>
          <a:xfrm>
            <a:off x="9820275" y="3924300"/>
            <a:ext cx="2209800" cy="1028700"/>
          </a:xfrm>
          <a:prstGeom prst="roundRect">
            <a:avLst>
              <a:gd name="adj" fmla="val 11111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58FB9D-EB83-4BCF-A168-B3BA34A2C25B}"/>
              </a:ext>
            </a:extLst>
          </p:cNvPr>
          <p:cNvSpPr>
            <a:spLocks noGrp="1"/>
          </p:cNvSpPr>
          <p:nvPr/>
        </p:nvSpPr>
        <p:spPr>
          <a:xfrm>
            <a:off x="9934575" y="40005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1600" b="1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r>
              <a:rPr sz="150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  </a:t>
            </a:r>
            <a:r>
              <a:rPr sz="1500" b="1" i="0" dirty="0" err="1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SaveManager</a:t>
            </a:r>
            <a:endParaRPr sz="150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7F325CFA-0687-4F13-A978-633B2819E38F}"/>
              </a:ext>
            </a:extLst>
          </p:cNvPr>
          <p:cNvSpPr>
            <a:spLocks noGrp="1"/>
          </p:cNvSpPr>
          <p:nvPr/>
        </p:nvSpPr>
        <p:spPr>
          <a:xfrm>
            <a:off x="9953625" y="4476750"/>
            <a:ext cx="194310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2100F5-E105-4A80-9782-EE4B68432A23}"/>
              </a:ext>
            </a:extLst>
          </p:cNvPr>
          <p:cNvSpPr>
            <a:spLocks noGrp="1"/>
          </p:cNvSpPr>
          <p:nvPr/>
        </p:nvSpPr>
        <p:spPr>
          <a:xfrm>
            <a:off x="9953625" y="4562475"/>
            <a:ext cx="194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vector&lt;SaveSlot&gt; m_slots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C0C003-A976-43C1-8010-14757ED17E38}"/>
              </a:ext>
            </a:extLst>
          </p:cNvPr>
          <p:cNvSpPr>
            <a:spLocks noGrp="1"/>
          </p:cNvSpPr>
          <p:nvPr/>
        </p:nvSpPr>
        <p:spPr>
          <a:xfrm>
            <a:off x="9001125" y="27241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33D50B-7B02-4A13-B8F4-2CFA26D94272}"/>
              </a:ext>
            </a:extLst>
          </p:cNvPr>
          <p:cNvSpPr>
            <a:spLocks noGrp="1"/>
          </p:cNvSpPr>
          <p:nvPr/>
        </p:nvSpPr>
        <p:spPr>
          <a:xfrm>
            <a:off x="9001125" y="410527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C066023-E549-4D57-B1FC-DA22EDC0A5F7}"/>
              </a:ext>
            </a:extLst>
          </p:cNvPr>
          <p:cNvSpPr>
            <a:spLocks noGrp="1"/>
          </p:cNvSpPr>
          <p:nvPr/>
        </p:nvSpPr>
        <p:spPr>
          <a:xfrm>
            <a:off x="10058400" y="5562600"/>
            <a:ext cx="1885950" cy="981075"/>
          </a:xfrm>
          <a:prstGeom prst="roundRect">
            <a:avLst>
              <a:gd name="adj" fmla="val 11650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15FF89C-C2BA-4DF9-B4F1-BC5A5650D54F}"/>
              </a:ext>
            </a:extLst>
          </p:cNvPr>
          <p:cNvSpPr>
            <a:spLocks noGrp="1"/>
          </p:cNvSpPr>
          <p:nvPr/>
        </p:nvSpPr>
        <p:spPr>
          <a:xfrm>
            <a:off x="10172700" y="5638800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1600" b="1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r>
              <a:rPr sz="150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  </a:t>
            </a:r>
            <a:r>
              <a:rPr sz="1500" b="1" i="0" dirty="0" err="1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SaveSlot</a:t>
            </a:r>
            <a:endParaRPr sz="150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AFA1E127-3556-4200-A352-0AAC03E3CE88}"/>
              </a:ext>
            </a:extLst>
          </p:cNvPr>
          <p:cNvSpPr>
            <a:spLocks noGrp="1"/>
          </p:cNvSpPr>
          <p:nvPr/>
        </p:nvSpPr>
        <p:spPr>
          <a:xfrm>
            <a:off x="10191750" y="6076950"/>
            <a:ext cx="161925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075365-8BC3-44FA-BF3B-AB778DD4E5B4}"/>
              </a:ext>
            </a:extLst>
          </p:cNvPr>
          <p:cNvSpPr>
            <a:spLocks noGrp="1"/>
          </p:cNvSpPr>
          <p:nvPr/>
        </p:nvSpPr>
        <p:spPr>
          <a:xfrm>
            <a:off x="10191750" y="61436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2970" lnSpcReduction="10000"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mode-based save data</a:t>
            </a:r>
          </a:p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(e.g., settings, progress)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EBB4CCA-6A67-4351-8F07-5E93EFA30016}"/>
              </a:ext>
            </a:extLst>
          </p:cNvPr>
          <p:cNvSpPr>
            <a:spLocks noGrp="1"/>
          </p:cNvSpPr>
          <p:nvPr/>
        </p:nvSpPr>
        <p:spPr>
          <a:xfrm>
            <a:off x="3495675" y="6677025"/>
            <a:ext cx="2286000" cy="981075"/>
          </a:xfrm>
          <a:prstGeom prst="roundRect">
            <a:avLst>
              <a:gd name="adj" fmla="val 11650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E75FB96-FA3B-414C-89DA-B846C04E56F4}"/>
              </a:ext>
            </a:extLst>
          </p:cNvPr>
          <p:cNvSpPr>
            <a:spLocks noGrp="1"/>
          </p:cNvSpPr>
          <p:nvPr/>
        </p:nvSpPr>
        <p:spPr>
          <a:xfrm>
            <a:off x="3609975" y="675322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♟  Player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E02944B5-9BDC-47F7-925A-759E0D029938}"/>
              </a:ext>
            </a:extLst>
          </p:cNvPr>
          <p:cNvSpPr>
            <a:spLocks noGrp="1"/>
          </p:cNvSpPr>
          <p:nvPr/>
        </p:nvSpPr>
        <p:spPr>
          <a:xfrm>
            <a:off x="3629025" y="7210425"/>
            <a:ext cx="2019300" cy="0"/>
          </a:xfrm>
          <a:prstGeom prst="line">
            <a:avLst/>
          </a:prstGeom>
          <a:noFill/>
          <a:ln w="13335">
            <a:solidFill>
              <a:srgbClr val="007E8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63F879-AB10-4AFF-BC1F-D5E1C36F1592}"/>
              </a:ext>
            </a:extLst>
          </p:cNvPr>
          <p:cNvSpPr>
            <a:spLocks noGrp="1"/>
          </p:cNvSpPr>
          <p:nvPr/>
        </p:nvSpPr>
        <p:spPr>
          <a:xfrm>
            <a:off x="3629025" y="7286625"/>
            <a:ext cx="2019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m_name, m_score, m_lives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F1585DE-A436-4200-8A5F-A52698BFC1FF}"/>
              </a:ext>
            </a:extLst>
          </p:cNvPr>
          <p:cNvSpPr>
            <a:spLocks noGrp="1"/>
          </p:cNvSpPr>
          <p:nvPr/>
        </p:nvSpPr>
        <p:spPr>
          <a:xfrm>
            <a:off x="6067425" y="6677025"/>
            <a:ext cx="3048000" cy="981075"/>
          </a:xfrm>
          <a:prstGeom prst="roundRect">
            <a:avLst>
              <a:gd name="adj" fmla="val 11650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B35336-27A4-4658-888F-A6BD0FB28FDB}"/>
              </a:ext>
            </a:extLst>
          </p:cNvPr>
          <p:cNvSpPr>
            <a:spLocks noGrp="1"/>
          </p:cNvSpPr>
          <p:nvPr/>
        </p:nvSpPr>
        <p:spPr>
          <a:xfrm>
            <a:off x="6181725" y="6753225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🏆  Leaderboard</a:t>
            </a: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80E4819C-B067-4119-A6D6-B51AA90BCAAA}"/>
              </a:ext>
            </a:extLst>
          </p:cNvPr>
          <p:cNvSpPr>
            <a:spLocks noGrp="1"/>
          </p:cNvSpPr>
          <p:nvPr/>
        </p:nvSpPr>
        <p:spPr>
          <a:xfrm>
            <a:off x="6200775" y="7210425"/>
            <a:ext cx="278130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BB1F5A-1E61-4BCD-A1BF-AA4BDEC7297F}"/>
              </a:ext>
            </a:extLst>
          </p:cNvPr>
          <p:cNvSpPr>
            <a:spLocks noGrp="1"/>
          </p:cNvSpPr>
          <p:nvPr/>
        </p:nvSpPr>
        <p:spPr>
          <a:xfrm>
            <a:off x="6200775" y="728662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unordered_map&lt;string, LeaderboardEntry&gt;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C401C7-1EC9-4A3B-B9F3-E644199662CB}"/>
              </a:ext>
            </a:extLst>
          </p:cNvPr>
          <p:cNvSpPr>
            <a:spLocks noGrp="1"/>
          </p:cNvSpPr>
          <p:nvPr/>
        </p:nvSpPr>
        <p:spPr>
          <a:xfrm>
            <a:off x="7353300" y="63627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05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EBB4FEB-BDB2-4079-A078-398D00ABA109}"/>
              </a:ext>
            </a:extLst>
          </p:cNvPr>
          <p:cNvSpPr>
            <a:spLocks noGrp="1"/>
          </p:cNvSpPr>
          <p:nvPr/>
        </p:nvSpPr>
        <p:spPr>
          <a:xfrm>
            <a:off x="9810750" y="6762750"/>
            <a:ext cx="1981200" cy="971550"/>
          </a:xfrm>
          <a:prstGeom prst="roundRect">
            <a:avLst>
              <a:gd name="adj" fmla="val 11765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79BD53-EFC7-43CA-8ECC-E5AE2596AE0B}"/>
              </a:ext>
            </a:extLst>
          </p:cNvPr>
          <p:cNvSpPr>
            <a:spLocks noGrp="1"/>
          </p:cNvSpPr>
          <p:nvPr/>
        </p:nvSpPr>
        <p:spPr>
          <a:xfrm>
            <a:off x="9925050" y="68389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★  LeaderboardEntry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6299AC50-63ED-4DF8-9669-889E22B01147}"/>
              </a:ext>
            </a:extLst>
          </p:cNvPr>
          <p:cNvSpPr>
            <a:spLocks noGrp="1"/>
          </p:cNvSpPr>
          <p:nvPr/>
        </p:nvSpPr>
        <p:spPr>
          <a:xfrm>
            <a:off x="9944100" y="7248525"/>
            <a:ext cx="171450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0A57EC0-D366-4C12-8AC6-77905B836254}"/>
              </a:ext>
            </a:extLst>
          </p:cNvPr>
          <p:cNvSpPr>
            <a:spLocks noGrp="1"/>
          </p:cNvSpPr>
          <p:nvPr/>
        </p:nvSpPr>
        <p:spPr>
          <a:xfrm>
            <a:off x="9944100" y="73152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scores[3]</a:t>
            </a:r>
          </a:p>
          <a:p>
            <a:pPr algn="l">
              <a:lnSpc>
                <a:spcPct val="105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lastOrder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1812ED5-6CEB-411E-804A-BDD19B30FC2F}"/>
              </a:ext>
            </a:extLst>
          </p:cNvPr>
          <p:cNvSpPr>
            <a:spLocks noGrp="1"/>
          </p:cNvSpPr>
          <p:nvPr/>
        </p:nvSpPr>
        <p:spPr>
          <a:xfrm>
            <a:off x="12573000" y="2428875"/>
            <a:ext cx="2409825" cy="2895600"/>
          </a:xfrm>
          <a:prstGeom prst="roundRect">
            <a:avLst>
              <a:gd name="adj" fmla="val 4743"/>
            </a:avLst>
          </a:prstGeom>
          <a:solidFill>
            <a:srgbClr val="F7F9FC"/>
          </a:solidFill>
          <a:ln w="17145">
            <a:solidFill>
              <a:srgbClr val="D5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BF6C55D-1414-4FC8-ADC5-BF9702BCECB1}"/>
              </a:ext>
            </a:extLst>
          </p:cNvPr>
          <p:cNvSpPr>
            <a:spLocks noGrp="1"/>
          </p:cNvSpPr>
          <p:nvPr/>
        </p:nvSpPr>
        <p:spPr>
          <a:xfrm>
            <a:off x="12763500" y="2676525"/>
            <a:ext cx="342900" cy="34290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AAEAFE7-F14F-4CB4-AFA8-15F212D512D5}"/>
              </a:ext>
            </a:extLst>
          </p:cNvPr>
          <p:cNvSpPr>
            <a:spLocks noGrp="1"/>
          </p:cNvSpPr>
          <p:nvPr/>
        </p:nvSpPr>
        <p:spPr>
          <a:xfrm>
            <a:off x="12773025" y="266700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47345C-3716-4821-8F3C-CE04FD2358C6}"/>
              </a:ext>
            </a:extLst>
          </p:cNvPr>
          <p:cNvSpPr>
            <a:spLocks noGrp="1"/>
          </p:cNvSpPr>
          <p:nvPr/>
        </p:nvSpPr>
        <p:spPr>
          <a:xfrm>
            <a:off x="13258800" y="2657475"/>
            <a:ext cx="1762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 is the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DCF46B4-8656-4458-821D-C06665E4805D}"/>
              </a:ext>
            </a:extLst>
          </p:cNvPr>
          <p:cNvSpPr>
            <a:spLocks noGrp="1"/>
          </p:cNvSpPr>
          <p:nvPr/>
        </p:nvSpPr>
        <p:spPr>
          <a:xfrm>
            <a:off x="12763500" y="3429000"/>
            <a:ext cx="342900" cy="34290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6D0D45C-2A10-4C3F-AF56-18A077619E35}"/>
              </a:ext>
            </a:extLst>
          </p:cNvPr>
          <p:cNvSpPr>
            <a:spLocks noGrp="1"/>
          </p:cNvSpPr>
          <p:nvPr/>
        </p:nvSpPr>
        <p:spPr>
          <a:xfrm>
            <a:off x="12773025" y="3419475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75ACBA1-91CE-46E0-85FD-400008647DDC}"/>
              </a:ext>
            </a:extLst>
          </p:cNvPr>
          <p:cNvSpPr>
            <a:spLocks noGrp="1"/>
          </p:cNvSpPr>
          <p:nvPr/>
        </p:nvSpPr>
        <p:spPr>
          <a:xfrm>
            <a:off x="13258800" y="3409950"/>
            <a:ext cx="1809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Question hierarchy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enables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polymorphism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59B80C8-DA19-41FA-81F8-411420C56470}"/>
              </a:ext>
            </a:extLst>
          </p:cNvPr>
          <p:cNvSpPr>
            <a:spLocks noGrp="1"/>
          </p:cNvSpPr>
          <p:nvPr/>
        </p:nvSpPr>
        <p:spPr>
          <a:xfrm>
            <a:off x="12763500" y="4410075"/>
            <a:ext cx="342900" cy="34290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9FE8E07-0E4A-4C7E-92CD-C84E0579CE7A}"/>
              </a:ext>
            </a:extLst>
          </p:cNvPr>
          <p:cNvSpPr>
            <a:spLocks noGrp="1"/>
          </p:cNvSpPr>
          <p:nvPr/>
        </p:nvSpPr>
        <p:spPr>
          <a:xfrm>
            <a:off x="12773025" y="44005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55A0FB9-8E52-4769-8C33-6C1A5A2BFD77}"/>
              </a:ext>
            </a:extLst>
          </p:cNvPr>
          <p:cNvSpPr>
            <a:spLocks noGrp="1"/>
          </p:cNvSpPr>
          <p:nvPr/>
        </p:nvSpPr>
        <p:spPr>
          <a:xfrm>
            <a:off x="13258800" y="4391025"/>
            <a:ext cx="1809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SaveManager and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ConsoleUI are used,</a:t>
            </a:r>
          </a:p>
          <a:p>
            <a:pPr algn="l">
              <a:lnSpc>
                <a:spcPct val="102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not owned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FC481DCB-DD3C-46AF-8833-531EA89174DE}"/>
              </a:ext>
            </a:extLst>
          </p:cNvPr>
          <p:cNvSpPr>
            <a:spLocks noGrp="1"/>
          </p:cNvSpPr>
          <p:nvPr/>
        </p:nvSpPr>
        <p:spPr>
          <a:xfrm>
            <a:off x="12573000" y="5695950"/>
            <a:ext cx="2409825" cy="1790700"/>
          </a:xfrm>
          <a:prstGeom prst="roundRect">
            <a:avLst>
              <a:gd name="adj" fmla="val 6383"/>
            </a:avLst>
          </a:prstGeom>
          <a:solidFill>
            <a:srgbClr val="F7F9FC"/>
          </a:solidFill>
          <a:ln w="17145">
            <a:solidFill>
              <a:srgbClr val="D5DEE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C86CA6-3563-46D2-B3BE-56890E9E48E8}"/>
              </a:ext>
            </a:extLst>
          </p:cNvPr>
          <p:cNvSpPr>
            <a:spLocks noGrp="1"/>
          </p:cNvSpPr>
          <p:nvPr/>
        </p:nvSpPr>
        <p:spPr>
          <a:xfrm>
            <a:off x="12687300" y="5772150"/>
            <a:ext cx="21812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DEE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DEE9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6DB002-8D68-49F8-B1EF-B564C0D40BE4}"/>
              </a:ext>
            </a:extLst>
          </p:cNvPr>
          <p:cNvSpPr>
            <a:spLocks noGrp="1"/>
          </p:cNvSpPr>
          <p:nvPr/>
        </p:nvSpPr>
        <p:spPr>
          <a:xfrm>
            <a:off x="13220700" y="6153150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endParaRPr sz="2100" b="0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1041A87-8546-4F20-89FE-EE5107EDF19A}"/>
              </a:ext>
            </a:extLst>
          </p:cNvPr>
          <p:cNvSpPr>
            <a:spLocks noGrp="1"/>
          </p:cNvSpPr>
          <p:nvPr/>
        </p:nvSpPr>
        <p:spPr>
          <a:xfrm>
            <a:off x="13639800" y="618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inherits (is-a)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3D60017-0A69-40BF-ADC6-FF6E2E80DFF7}"/>
              </a:ext>
            </a:extLst>
          </p:cNvPr>
          <p:cNvSpPr>
            <a:spLocks noGrp="1"/>
          </p:cNvSpPr>
          <p:nvPr/>
        </p:nvSpPr>
        <p:spPr>
          <a:xfrm>
            <a:off x="13258800" y="66103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65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F9A0E90-5EE6-4289-ADFE-BBF69B844E3D}"/>
              </a:ext>
            </a:extLst>
          </p:cNvPr>
          <p:cNvSpPr>
            <a:spLocks noGrp="1"/>
          </p:cNvSpPr>
          <p:nvPr/>
        </p:nvSpPr>
        <p:spPr>
          <a:xfrm>
            <a:off x="13639800" y="661987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has-a (composition)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E464B82-1684-4928-B6E7-FED64E377C66}"/>
              </a:ext>
            </a:extLst>
          </p:cNvPr>
          <p:cNvSpPr>
            <a:spLocks noGrp="1"/>
          </p:cNvSpPr>
          <p:nvPr/>
        </p:nvSpPr>
        <p:spPr>
          <a:xfrm>
            <a:off x="13239750" y="7038975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2100" b="0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1A83E7C-260B-4E9E-81CA-A17DBFD76B88}"/>
              </a:ext>
            </a:extLst>
          </p:cNvPr>
          <p:cNvSpPr>
            <a:spLocks noGrp="1"/>
          </p:cNvSpPr>
          <p:nvPr/>
        </p:nvSpPr>
        <p:spPr>
          <a:xfrm>
            <a:off x="13639800" y="705802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uses (dependency)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92FA4788-BCCD-D6B6-5C39-DEC733FF287A}"/>
              </a:ext>
            </a:extLst>
          </p:cNvPr>
          <p:cNvCxnSpPr>
            <a:cxnSpLocks/>
            <a:stCxn id="16" idx="0"/>
            <a:endCxn id="8" idx="2"/>
          </p:cNvCxnSpPr>
          <p:nvPr/>
        </p:nvCxnSpPr>
        <p:spPr>
          <a:xfrm rot="16200000" flipV="1">
            <a:off x="2562225" y="4410075"/>
            <a:ext cx="762000" cy="116205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80C2287A-7907-2327-78E7-4A2B20DF1248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rot="5400000" flipH="1" flipV="1">
            <a:off x="1419225" y="4429125"/>
            <a:ext cx="762000" cy="11239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560F9025-30A9-F445-FCFF-854CF70C89F8}"/>
              </a:ext>
            </a:extLst>
          </p:cNvPr>
          <p:cNvCxnSpPr>
            <a:cxnSpLocks/>
            <a:stCxn id="53" idx="0"/>
            <a:endCxn id="26" idx="2"/>
          </p:cNvCxnSpPr>
          <p:nvPr/>
        </p:nvCxnSpPr>
        <p:spPr>
          <a:xfrm rot="5400000" flipH="1" flipV="1">
            <a:off x="5019675" y="4448175"/>
            <a:ext cx="1847850" cy="2609850"/>
          </a:xfrm>
          <a:prstGeom prst="bentConnector3">
            <a:avLst>
              <a:gd name="adj1" fmla="val 50000"/>
            </a:avLst>
          </a:prstGeom>
          <a:ln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025D72E7-0665-3DC8-6CDD-EA5CA9C4AC1E}"/>
              </a:ext>
            </a:extLst>
          </p:cNvPr>
          <p:cNvCxnSpPr/>
          <p:nvPr/>
        </p:nvCxnSpPr>
        <p:spPr>
          <a:xfrm rot="5400000">
            <a:off x="3586163" y="4110037"/>
            <a:ext cx="28575" cy="190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57F5858-4C5A-CB0E-24B2-21B555105E5D}"/>
              </a:ext>
            </a:extLst>
          </p:cNvPr>
          <p:cNvCxnSpPr>
            <a:cxnSpLocks/>
            <a:stCxn id="26" idx="3"/>
            <a:endCxn id="34" idx="1"/>
          </p:cNvCxnSpPr>
          <p:nvPr/>
        </p:nvCxnSpPr>
        <p:spPr>
          <a:xfrm flipV="1">
            <a:off x="8848725" y="3076575"/>
            <a:ext cx="971550" cy="452438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14B5985-6ED1-D9E2-BC3A-AA93B7C4D916}"/>
              </a:ext>
            </a:extLst>
          </p:cNvPr>
          <p:cNvCxnSpPr>
            <a:cxnSpLocks/>
            <a:stCxn id="26" idx="3"/>
            <a:endCxn id="38" idx="1"/>
          </p:cNvCxnSpPr>
          <p:nvPr/>
        </p:nvCxnSpPr>
        <p:spPr>
          <a:xfrm>
            <a:off x="8848725" y="3529013"/>
            <a:ext cx="971550" cy="909637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A7FBC42E-E82E-A015-AE09-63CAF5A3DAC1}"/>
              </a:ext>
            </a:extLst>
          </p:cNvPr>
          <p:cNvCxnSpPr>
            <a:cxnSpLocks/>
            <a:stCxn id="57" idx="0"/>
            <a:endCxn id="26" idx="2"/>
          </p:cNvCxnSpPr>
          <p:nvPr/>
        </p:nvCxnSpPr>
        <p:spPr>
          <a:xfrm rot="16200000" flipV="1">
            <a:off x="6496050" y="5581650"/>
            <a:ext cx="1847850" cy="342900"/>
          </a:xfrm>
          <a:prstGeom prst="bentConnector3">
            <a:avLst>
              <a:gd name="adj1" fmla="val 50000"/>
            </a:avLst>
          </a:prstGeom>
          <a:ln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B49D890D-6700-0114-D9DA-0A4F7E77D5FA}"/>
              </a:ext>
            </a:extLst>
          </p:cNvPr>
          <p:cNvCxnSpPr>
            <a:cxnSpLocks/>
            <a:stCxn id="65" idx="1"/>
            <a:endCxn id="57" idx="3"/>
          </p:cNvCxnSpPr>
          <p:nvPr/>
        </p:nvCxnSpPr>
        <p:spPr>
          <a:xfrm rot="10800000">
            <a:off x="9115426" y="7167563"/>
            <a:ext cx="695325" cy="80962"/>
          </a:xfrm>
          <a:prstGeom prst="bentConnector3">
            <a:avLst>
              <a:gd name="adj1" fmla="val 50000"/>
            </a:avLst>
          </a:prstGeom>
          <a:ln>
            <a:headEnd type="none" w="lg" len="lg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1997F31C-69CB-FF40-02E8-C39EDC303B89}"/>
              </a:ext>
            </a:extLst>
          </p:cNvPr>
          <p:cNvCxnSpPr>
            <a:cxnSpLocks/>
            <a:stCxn id="46" idx="0"/>
            <a:endCxn id="38" idx="2"/>
          </p:cNvCxnSpPr>
          <p:nvPr/>
        </p:nvCxnSpPr>
        <p:spPr>
          <a:xfrm rot="16200000" flipV="1">
            <a:off x="10658475" y="5219700"/>
            <a:ext cx="609600" cy="76200"/>
          </a:xfrm>
          <a:prstGeom prst="bentConnector3">
            <a:avLst>
              <a:gd name="adj1" fmla="val 50000"/>
            </a:avLst>
          </a:prstGeom>
          <a:ln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5D8097B8-C3F4-EC39-7B5A-DDADEF2774BF}"/>
              </a:ext>
            </a:extLst>
          </p:cNvPr>
          <p:cNvCxnSpPr>
            <a:cxnSpLocks/>
          </p:cNvCxnSpPr>
          <p:nvPr/>
        </p:nvCxnSpPr>
        <p:spPr>
          <a:xfrm>
            <a:off x="12887325" y="6162675"/>
            <a:ext cx="676275" cy="20002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169E9BDA-0501-2145-BF00-B6F7DFFD7697}"/>
              </a:ext>
            </a:extLst>
          </p:cNvPr>
          <p:cNvCxnSpPr>
            <a:cxnSpLocks/>
          </p:cNvCxnSpPr>
          <p:nvPr/>
        </p:nvCxnSpPr>
        <p:spPr>
          <a:xfrm rot="10800000">
            <a:off x="12963526" y="6619876"/>
            <a:ext cx="600077" cy="219077"/>
          </a:xfrm>
          <a:prstGeom prst="bentConnector3">
            <a:avLst>
              <a:gd name="adj1" fmla="val 50000"/>
            </a:avLst>
          </a:prstGeom>
          <a:ln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8B66AFE-14F0-0094-8881-DB895C0BDD80}"/>
              </a:ext>
            </a:extLst>
          </p:cNvPr>
          <p:cNvCxnSpPr>
            <a:cxnSpLocks/>
          </p:cNvCxnSpPr>
          <p:nvPr/>
        </p:nvCxnSpPr>
        <p:spPr>
          <a:xfrm>
            <a:off x="12877800" y="7210425"/>
            <a:ext cx="685800" cy="0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26166171-A65D-D0D2-C5B8-A0BFCBB57509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3838575" y="3529013"/>
            <a:ext cx="1809750" cy="12700"/>
          </a:xfrm>
          <a:prstGeom prst="bentConnector3">
            <a:avLst>
              <a:gd name="adj1" fmla="val 50000"/>
            </a:avLst>
          </a:prstGeom>
          <a:ln>
            <a:headEnd type="none"/>
            <a:tailEnd type="diamond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47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rder-3">
            <a:extLst>
              <a:ext uri="{FF2B5EF4-FFF2-40B4-BE49-F238E27FC236}">
                <a16:creationId xmlns:a16="http://schemas.microsoft.com/office/drawing/2014/main" id="{C5D5014A-231D-4EC6-B51C-416A50FA302A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3">
            <a:extLst>
              <a:ext uri="{FF2B5EF4-FFF2-40B4-BE49-F238E27FC236}">
                <a16:creationId xmlns:a16="http://schemas.microsoft.com/office/drawing/2014/main" id="{BB183B8D-EBDF-4D0C-992E-D64AD6B313E1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BF157-1E22-4F1D-946D-6A067C6ECC67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Abstract Base Class: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C39773-2AF9-4CCD-8F15-602B3723C27B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One shared interface for every quiz question</a:t>
            </a:r>
          </a:p>
        </p:txBody>
      </p:sp>
      <p:sp>
        <p:nvSpPr>
          <p:cNvPr id="5" name="footer-3">
            <a:extLst>
              <a:ext uri="{FF2B5EF4-FFF2-40B4-BE49-F238E27FC236}">
                <a16:creationId xmlns:a16="http://schemas.microsoft.com/office/drawing/2014/main" id="{ECD2FDB4-E887-4A91-AD4E-7456F451F32E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D8B7C-D296-40A8-A91F-4396FE98BB5C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3. Abstract base class: Question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8305B-C834-44DB-8754-FD5A461CD98E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5B611C-4212-4897-959F-CD6A0A22E4E6}"/>
              </a:ext>
            </a:extLst>
          </p:cNvPr>
          <p:cNvSpPr>
            <a:spLocks noGrp="1"/>
          </p:cNvSpPr>
          <p:nvPr/>
        </p:nvSpPr>
        <p:spPr>
          <a:xfrm>
            <a:off x="1695450" y="1619250"/>
            <a:ext cx="6610350" cy="5781675"/>
          </a:xfrm>
          <a:prstGeom prst="roundRect">
            <a:avLst>
              <a:gd name="adj" fmla="val 2306"/>
            </a:avLst>
          </a:prstGeom>
          <a:solidFill>
            <a:srgbClr val="F1F8ED"/>
          </a:solidFill>
          <a:ln w="19050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24ED2F-F24F-4016-A655-DC8B5ABA64F3}"/>
              </a:ext>
            </a:extLst>
          </p:cNvPr>
          <p:cNvSpPr>
            <a:spLocks noGrp="1"/>
          </p:cNvSpPr>
          <p:nvPr/>
        </p:nvSpPr>
        <p:spPr>
          <a:xfrm>
            <a:off x="3981450" y="17716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«abstract»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F241F-749F-4EB1-B232-0CC911CA36AB}"/>
              </a:ext>
            </a:extLst>
          </p:cNvPr>
          <p:cNvSpPr>
            <a:spLocks noGrp="1"/>
          </p:cNvSpPr>
          <p:nvPr/>
        </p:nvSpPr>
        <p:spPr>
          <a:xfrm>
            <a:off x="3695700" y="20764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CDB57FE-364D-45E5-A5A2-EFA0C764AD40}"/>
              </a:ext>
            </a:extLst>
          </p:cNvPr>
          <p:cNvSpPr>
            <a:spLocks noGrp="1"/>
          </p:cNvSpPr>
          <p:nvPr/>
        </p:nvSpPr>
        <p:spPr>
          <a:xfrm>
            <a:off x="1695450" y="2667000"/>
            <a:ext cx="661035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F57A8F-DDE2-4EEB-A54F-075BFD40691B}"/>
              </a:ext>
            </a:extLst>
          </p:cNvPr>
          <p:cNvSpPr>
            <a:spLocks noGrp="1"/>
          </p:cNvSpPr>
          <p:nvPr/>
        </p:nvSpPr>
        <p:spPr>
          <a:xfrm>
            <a:off x="1885950" y="2800350"/>
            <a:ext cx="622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#  Protected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A8734E-D1E6-4825-8C1D-57DCBE8C303D}"/>
              </a:ext>
            </a:extLst>
          </p:cNvPr>
          <p:cNvSpPr>
            <a:spLocks noGrp="1"/>
          </p:cNvSpPr>
          <p:nvPr/>
        </p:nvSpPr>
        <p:spPr>
          <a:xfrm>
            <a:off x="2095500" y="3181350"/>
            <a:ext cx="581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m_text: string</a:t>
            </a:r>
          </a:p>
          <a:p>
            <a:pPr algn="l">
              <a:lnSpc>
                <a:spcPct val="110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m_points: int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A76F97E-F712-499D-BBD0-5DA393E6766A}"/>
              </a:ext>
            </a:extLst>
          </p:cNvPr>
          <p:cNvSpPr>
            <a:spLocks noGrp="1"/>
          </p:cNvSpPr>
          <p:nvPr/>
        </p:nvSpPr>
        <p:spPr>
          <a:xfrm>
            <a:off x="1695450" y="3905250"/>
            <a:ext cx="6610350" cy="0"/>
          </a:xfrm>
          <a:prstGeom prst="line">
            <a:avLst/>
          </a:prstGeom>
          <a:noFill/>
          <a:ln w="11430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93E8E8-9AD0-4C6B-B31F-2ACDAD907FE1}"/>
              </a:ext>
            </a:extLst>
          </p:cNvPr>
          <p:cNvSpPr>
            <a:spLocks noGrp="1"/>
          </p:cNvSpPr>
          <p:nvPr/>
        </p:nvSpPr>
        <p:spPr>
          <a:xfrm>
            <a:off x="1885950" y="4019550"/>
            <a:ext cx="62293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+  Public Interface (pure virtual)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3AFF60-DFEF-45DF-B6D4-AA345C418A1E}"/>
              </a:ext>
            </a:extLst>
          </p:cNvPr>
          <p:cNvSpPr>
            <a:spLocks noGrp="1"/>
          </p:cNvSpPr>
          <p:nvPr/>
        </p:nvSpPr>
        <p:spPr>
          <a:xfrm>
            <a:off x="2095500" y="4419600"/>
            <a:ext cx="581025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Question()</a:t>
            </a:r>
          </a:p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~Question()</a:t>
            </a:r>
          </a:p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int getOptionCount() const = 0</a:t>
            </a:r>
          </a:p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string getOption(int index) const = 0</a:t>
            </a:r>
          </a:p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bool checkAnswer(int index) const = 0</a:t>
            </a:r>
          </a:p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Question* clone() const = 0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217F7E9-F11E-48A8-9033-3701CFD0898D}"/>
              </a:ext>
            </a:extLst>
          </p:cNvPr>
          <p:cNvSpPr>
            <a:spLocks noGrp="1"/>
          </p:cNvSpPr>
          <p:nvPr/>
        </p:nvSpPr>
        <p:spPr>
          <a:xfrm>
            <a:off x="1695450" y="6267450"/>
            <a:ext cx="6610350" cy="0"/>
          </a:xfrm>
          <a:prstGeom prst="line">
            <a:avLst/>
          </a:prstGeom>
          <a:noFill/>
          <a:ln w="11430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7C294C-64A2-4873-B290-5D63A3BF0F53}"/>
              </a:ext>
            </a:extLst>
          </p:cNvPr>
          <p:cNvSpPr>
            <a:spLocks noGrp="1"/>
          </p:cNvSpPr>
          <p:nvPr/>
        </p:nvSpPr>
        <p:spPr>
          <a:xfrm>
            <a:off x="1885950" y="6410325"/>
            <a:ext cx="62293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+  Public Interface (non-virtual)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0EA5C2-00F8-4ECB-9038-0F59A21484F7}"/>
              </a:ext>
            </a:extLst>
          </p:cNvPr>
          <p:cNvSpPr>
            <a:spLocks noGrp="1"/>
          </p:cNvSpPr>
          <p:nvPr/>
        </p:nvSpPr>
        <p:spPr>
          <a:xfrm>
            <a:off x="2095500" y="6800850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92803"/>
          </a:bodyPr>
          <a:lstStyle/>
          <a:p>
            <a:pPr algn="l">
              <a:lnSpc>
                <a:spcPct val="110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string getText() const</a:t>
            </a:r>
          </a:p>
          <a:p>
            <a:pPr algn="l">
              <a:lnSpc>
                <a:spcPct val="110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getPoints() const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45E4D0-0200-46DE-BB1E-5D201C56F03E}"/>
              </a:ext>
            </a:extLst>
          </p:cNvPr>
          <p:cNvSpPr>
            <a:spLocks noGrp="1"/>
          </p:cNvSpPr>
          <p:nvPr/>
        </p:nvSpPr>
        <p:spPr>
          <a:xfrm>
            <a:off x="8991600" y="2238375"/>
            <a:ext cx="5543550" cy="2552700"/>
          </a:xfrm>
          <a:prstGeom prst="roundRect">
            <a:avLst>
              <a:gd name="adj" fmla="val 4478"/>
            </a:avLst>
          </a:prstGeom>
          <a:solidFill>
            <a:srgbClr val="F7F9FC"/>
          </a:solidFill>
          <a:ln w="17145">
            <a:solidFill>
              <a:srgbClr val="D6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76ABC0-BED5-4DB3-B3E6-57951FBB6522}"/>
              </a:ext>
            </a:extLst>
          </p:cNvPr>
          <p:cNvSpPr>
            <a:spLocks noGrp="1"/>
          </p:cNvSpPr>
          <p:nvPr/>
        </p:nvSpPr>
        <p:spPr>
          <a:xfrm>
            <a:off x="9305925" y="2628900"/>
            <a:ext cx="400050" cy="4000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75D8CE-29B8-4D24-9D4D-A7357775A20F}"/>
              </a:ext>
            </a:extLst>
          </p:cNvPr>
          <p:cNvSpPr>
            <a:spLocks noGrp="1"/>
          </p:cNvSpPr>
          <p:nvPr/>
        </p:nvSpPr>
        <p:spPr>
          <a:xfrm>
            <a:off x="9315450" y="2619375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61634D-1C13-4AB5-9CE9-80B195ED9AEA}"/>
              </a:ext>
            </a:extLst>
          </p:cNvPr>
          <p:cNvSpPr>
            <a:spLocks noGrp="1"/>
          </p:cNvSpPr>
          <p:nvPr/>
        </p:nvSpPr>
        <p:spPr>
          <a:xfrm>
            <a:off x="9858375" y="260985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shared data for all question types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7BF611-350F-496F-BD8E-F5B8A853C24C}"/>
              </a:ext>
            </a:extLst>
          </p:cNvPr>
          <p:cNvSpPr>
            <a:spLocks noGrp="1"/>
          </p:cNvSpPr>
          <p:nvPr/>
        </p:nvSpPr>
        <p:spPr>
          <a:xfrm>
            <a:off x="9305925" y="3543300"/>
            <a:ext cx="400050" cy="4000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53D598-E916-43B1-ACC1-C457834D3907}"/>
              </a:ext>
            </a:extLst>
          </p:cNvPr>
          <p:cNvSpPr>
            <a:spLocks noGrp="1"/>
          </p:cNvSpPr>
          <p:nvPr/>
        </p:nvSpPr>
        <p:spPr>
          <a:xfrm>
            <a:off x="9315450" y="3533775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FB5222-1B6A-4593-8686-9012C9715D0E}"/>
              </a:ext>
            </a:extLst>
          </p:cNvPr>
          <p:cNvSpPr>
            <a:spLocks noGrp="1"/>
          </p:cNvSpPr>
          <p:nvPr/>
        </p:nvSpPr>
        <p:spPr>
          <a:xfrm>
            <a:off x="9858375" y="3524250"/>
            <a:ext cx="46672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polymorphic interface used by</a:t>
            </a:r>
          </a:p>
          <a:p>
            <a:pPr algn="l">
              <a:lnSpc>
                <a:spcPct val="102000"/>
              </a:lnSpc>
              <a:buNone/>
              <a:defRPr sz="20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 and ConsoleUI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07C3B93-5CC9-40E4-A4D3-85820DA59BB4}"/>
              </a:ext>
            </a:extLst>
          </p:cNvPr>
          <p:cNvSpPr>
            <a:spLocks noGrp="1"/>
          </p:cNvSpPr>
          <p:nvPr/>
        </p:nvSpPr>
        <p:spPr>
          <a:xfrm>
            <a:off x="8982075" y="6115050"/>
            <a:ext cx="5191125" cy="1047750"/>
          </a:xfrm>
          <a:prstGeom prst="roundRect">
            <a:avLst>
              <a:gd name="adj" fmla="val 10909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C8C75C-D895-4D1F-8CBC-17AB072B2924}"/>
              </a:ext>
            </a:extLst>
          </p:cNvPr>
          <p:cNvSpPr>
            <a:spLocks noGrp="1"/>
          </p:cNvSpPr>
          <p:nvPr/>
        </p:nvSpPr>
        <p:spPr>
          <a:xfrm>
            <a:off x="9239250" y="6334125"/>
            <a:ext cx="685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0741" lnSpcReduction="10000"/>
          </a:bodyPr>
          <a:lstStyle/>
          <a:p>
            <a:pPr algn="ctr">
              <a:lnSpc>
                <a:spcPct val="100000"/>
              </a:lnSpc>
              <a:buNone/>
              <a:defRPr sz="33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➜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34DDBE-1537-44CB-A7AC-35A6BC64D1C9}"/>
              </a:ext>
            </a:extLst>
          </p:cNvPr>
          <p:cNvSpPr>
            <a:spLocks noGrp="1"/>
          </p:cNvSpPr>
          <p:nvPr/>
        </p:nvSpPr>
        <p:spPr>
          <a:xfrm>
            <a:off x="9906000" y="62865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>
            <a:normAutofit/>
          </a:bodyPr>
          <a:lstStyle/>
          <a:p>
            <a:pPr algn="l">
              <a:defRPr sz="1875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Next:</a:t>
            </a:r>
            <a:r>
              <a:rPr sz="187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 concrete classes implement
the abstract interface.</a:t>
            </a:r>
          </a:p>
        </p:txBody>
      </p:sp>
    </p:spTree>
    <p:extLst>
      <p:ext uri="{BB962C8B-B14F-4D97-AF65-F5344CB8AC3E}">
        <p14:creationId xmlns:p14="http://schemas.microsoft.com/office/powerpoint/2010/main" val="209108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order-4">
            <a:extLst>
              <a:ext uri="{FF2B5EF4-FFF2-40B4-BE49-F238E27FC236}">
                <a16:creationId xmlns:a16="http://schemas.microsoft.com/office/drawing/2014/main" id="{75C09D12-2235-482D-B983-6DBB349351D7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4">
            <a:extLst>
              <a:ext uri="{FF2B5EF4-FFF2-40B4-BE49-F238E27FC236}">
                <a16:creationId xmlns:a16="http://schemas.microsoft.com/office/drawing/2014/main" id="{5A3EDCAD-257F-43FE-BF08-992DD80EFB1D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E059D-5D41-4469-A223-49D51B0A461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Concrete Question Types and Polymorphism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A555EC-A30E-42DA-88C1-CB3CE928D3AC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 dirty="0" err="1">
                <a:solidFill>
                  <a:srgbClr val="344B70"/>
                </a:solidFill>
                <a:latin typeface="Arial"/>
                <a:ea typeface="Arial"/>
                <a:cs typeface="Arial"/>
              </a:rPr>
              <a:t>MultipleChoiceQuestion</a:t>
            </a:r>
            <a:r>
              <a:rPr sz="1875" b="0" i="1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 and </a:t>
            </a:r>
            <a:r>
              <a:rPr sz="1875" b="0" i="1" dirty="0" err="1">
                <a:solidFill>
                  <a:srgbClr val="344B70"/>
                </a:solidFill>
                <a:latin typeface="Arial"/>
                <a:ea typeface="Arial"/>
                <a:cs typeface="Arial"/>
              </a:rPr>
              <a:t>TrueFalseQuestion</a:t>
            </a:r>
            <a:endParaRPr sz="1875" b="0" i="1" dirty="0">
              <a:solidFill>
                <a:srgbClr val="344B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footer-4">
            <a:extLst>
              <a:ext uri="{FF2B5EF4-FFF2-40B4-BE49-F238E27FC236}">
                <a16:creationId xmlns:a16="http://schemas.microsoft.com/office/drawing/2014/main" id="{B67A4090-4A2C-4F02-9A1F-50FC4AE26B74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E5B7D-33FA-4872-B618-B874FD777676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4. Concrete question types and polymorphism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7E6D3-8179-4E1C-AD95-7B6BAFDA150C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8CC28-CE22-49A5-9D18-BF2E340E9D09}"/>
              </a:ext>
            </a:extLst>
          </p:cNvPr>
          <p:cNvSpPr>
            <a:spLocks noGrp="1"/>
          </p:cNvSpPr>
          <p:nvPr/>
        </p:nvSpPr>
        <p:spPr>
          <a:xfrm>
            <a:off x="990600" y="139065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MultipleChoiceQuestion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C30EE-A9C9-4FC0-AE02-A381B6C827EC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3981450" cy="3600450"/>
          </a:xfrm>
          <a:prstGeom prst="roundRect">
            <a:avLst>
              <a:gd name="adj" fmla="val 2646"/>
            </a:avLst>
          </a:prstGeom>
          <a:solidFill>
            <a:srgbClr val="F1F8ED"/>
          </a:solidFill>
          <a:ln w="16193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2CE857-10A1-4E1A-AD59-164F91B02F7B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3257550" cy="2171700"/>
          </a:xfrm>
          <a:prstGeom prst="roundRect">
            <a:avLst>
              <a:gd name="adj" fmla="val 5263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71BDB1-14DE-4CD4-A3F3-40ED1BF8263F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3028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«abstract»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5805B06-6376-44D8-9352-8A199D5BFBFC}"/>
              </a:ext>
            </a:extLst>
          </p:cNvPr>
          <p:cNvSpPr>
            <a:spLocks noGrp="1"/>
          </p:cNvSpPr>
          <p:nvPr/>
        </p:nvSpPr>
        <p:spPr>
          <a:xfrm>
            <a:off x="1047750" y="2705100"/>
            <a:ext cx="299085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3C0CC2-8A2E-43DD-B704-2FC8E9E3859C}"/>
              </a:ext>
            </a:extLst>
          </p:cNvPr>
          <p:cNvSpPr>
            <a:spLocks noGrp="1"/>
          </p:cNvSpPr>
          <p:nvPr/>
        </p:nvSpPr>
        <p:spPr>
          <a:xfrm>
            <a:off x="1047750" y="2790825"/>
            <a:ext cx="299085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m_text, m_points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...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int getOptionCount() const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string getOption(int i) const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bool checkAnswer(int i) const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Question* clone() const =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64455-5D60-40E8-BE40-2E4710F957E9}"/>
              </a:ext>
            </a:extLst>
          </p:cNvPr>
          <p:cNvSpPr>
            <a:spLocks noGrp="1"/>
          </p:cNvSpPr>
          <p:nvPr/>
        </p:nvSpPr>
        <p:spPr>
          <a:xfrm>
            <a:off x="719137" y="1504950"/>
            <a:ext cx="38195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 sz="2475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 err="1">
                <a:solidFill>
                  <a:srgbClr val="2D6B25"/>
                </a:solidFill>
                <a:latin typeface="Arial"/>
                <a:cs typeface="Arial"/>
              </a:rPr>
              <a:t>MultipleChoiceQuestion</a:t>
            </a:r>
            <a:endParaRPr sz="2400" b="1" dirty="0">
              <a:solidFill>
                <a:srgbClr val="2D6B25"/>
              </a:solidFill>
              <a:latin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7A68E1-F5B8-48B3-B5B3-93CD90831E81}"/>
              </a:ext>
            </a:extLst>
          </p:cNvPr>
          <p:cNvSpPr>
            <a:spLocks noGrp="1"/>
          </p:cNvSpPr>
          <p:nvPr/>
        </p:nvSpPr>
        <p:spPr>
          <a:xfrm>
            <a:off x="904875" y="42767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m_options[4]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m_correctIndex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958668E-443C-4CBF-928D-86F5C0213FBA}"/>
              </a:ext>
            </a:extLst>
          </p:cNvPr>
          <p:cNvSpPr>
            <a:spLocks noGrp="1"/>
          </p:cNvSpPr>
          <p:nvPr/>
        </p:nvSpPr>
        <p:spPr>
          <a:xfrm>
            <a:off x="4991100" y="2400300"/>
            <a:ext cx="1828800" cy="2209800"/>
          </a:xfrm>
          <a:prstGeom prst="roundRect">
            <a:avLst>
              <a:gd name="adj" fmla="val 6250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026C22-43F1-4000-95CB-E619B4D2BB37}"/>
              </a:ext>
            </a:extLst>
          </p:cNvPr>
          <p:cNvSpPr>
            <a:spLocks noGrp="1"/>
          </p:cNvSpPr>
          <p:nvPr/>
        </p:nvSpPr>
        <p:spPr>
          <a:xfrm>
            <a:off x="5105400" y="2476500"/>
            <a:ext cx="1600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6597"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Example (4 options)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DBAAD9-817A-486A-BCD0-CDBD3ACFDCCA}"/>
              </a:ext>
            </a:extLst>
          </p:cNvPr>
          <p:cNvSpPr>
            <a:spLocks noGrp="1"/>
          </p:cNvSpPr>
          <p:nvPr/>
        </p:nvSpPr>
        <p:spPr>
          <a:xfrm>
            <a:off x="5124450" y="2971800"/>
            <a:ext cx="15621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○   A. Paris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○   B. Berlin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◉   C. Madrid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○   D. Rome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────────────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Correct index: 2</a:t>
            </a:r>
          </a:p>
        </p:txBody>
      </p:sp>
      <p:cxnSp>
        <p:nvCxnSpPr>
          <p:cNvPr id="74" name="Straight Arrow Connector 73"/>
          <p:cNvCxnSpPr>
            <a:stCxn id="10" idx="3"/>
            <a:endCxn id="16" idx="1"/>
          </p:cNvCxnSpPr>
          <p:nvPr/>
        </p:nvCxnSpPr>
        <p:spPr>
          <a:xfrm>
            <a:off x="4171950" y="3143250"/>
            <a:ext cx="819150" cy="361950"/>
          </a:xfrm>
          <a:prstGeom prst="straightConnector1">
            <a:avLst/>
          </a:prstGeom>
          <a:ln w="19050">
            <a:solidFill>
              <a:srgbClr val="2D6B25"/>
            </a:solidFill>
            <a:prstDash val="dash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D579E7D-8940-4890-843C-225F08ECA0D5}"/>
              </a:ext>
            </a:extLst>
          </p:cNvPr>
          <p:cNvSpPr>
            <a:spLocks noGrp="1"/>
          </p:cNvSpPr>
          <p:nvPr/>
        </p:nvSpPr>
        <p:spPr>
          <a:xfrm>
            <a:off x="8543925" y="13906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TrueFalseQuestion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257C1B-CA52-4E22-8554-6622EF4699FE}"/>
              </a:ext>
            </a:extLst>
          </p:cNvPr>
          <p:cNvSpPr>
            <a:spLocks noGrp="1"/>
          </p:cNvSpPr>
          <p:nvPr/>
        </p:nvSpPr>
        <p:spPr>
          <a:xfrm>
            <a:off x="7991475" y="1285875"/>
            <a:ext cx="3867150" cy="3676650"/>
          </a:xfrm>
          <a:prstGeom prst="roundRect">
            <a:avLst>
              <a:gd name="adj" fmla="val 2591"/>
            </a:avLst>
          </a:prstGeom>
          <a:solidFill>
            <a:srgbClr val="F1F8ED"/>
          </a:solidFill>
          <a:ln w="16193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21AFD8-0CBD-4328-9E02-FFF87D2E47A3}"/>
              </a:ext>
            </a:extLst>
          </p:cNvPr>
          <p:cNvSpPr>
            <a:spLocks noGrp="1"/>
          </p:cNvSpPr>
          <p:nvPr/>
        </p:nvSpPr>
        <p:spPr>
          <a:xfrm>
            <a:off x="8305800" y="2038350"/>
            <a:ext cx="3219450" cy="2209800"/>
          </a:xfrm>
          <a:prstGeom prst="roundRect">
            <a:avLst>
              <a:gd name="adj" fmla="val 5172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CD2A19-FDB1-47CA-86F7-9A159F55BC9E}"/>
              </a:ext>
            </a:extLst>
          </p:cNvPr>
          <p:cNvSpPr>
            <a:spLocks noGrp="1"/>
          </p:cNvSpPr>
          <p:nvPr/>
        </p:nvSpPr>
        <p:spPr>
          <a:xfrm>
            <a:off x="8420100" y="2114550"/>
            <a:ext cx="2990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«abstract»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36671AD0-ECB2-4BD4-85ED-72AD3E012325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95275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40A569-E433-4EBD-9A4E-0355CE9A3739}"/>
              </a:ext>
            </a:extLst>
          </p:cNvPr>
          <p:cNvSpPr>
            <a:spLocks noGrp="1"/>
          </p:cNvSpPr>
          <p:nvPr/>
        </p:nvSpPr>
        <p:spPr>
          <a:xfrm>
            <a:off x="8439150" y="2771775"/>
            <a:ext cx="2952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m_text, m_points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...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int getOptionCount() const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string getOption(int i) const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bool checkAnswer(int i) const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virtual Question* clone() const = 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2A5902-CE87-4398-88A1-46B45F25BA0C}"/>
              </a:ext>
            </a:extLst>
          </p:cNvPr>
          <p:cNvSpPr>
            <a:spLocks noGrp="1"/>
          </p:cNvSpPr>
          <p:nvPr/>
        </p:nvSpPr>
        <p:spPr>
          <a:xfrm>
            <a:off x="8401050" y="1514475"/>
            <a:ext cx="3124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475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 err="1">
                <a:solidFill>
                  <a:srgbClr val="2D6B25"/>
                </a:solidFill>
                <a:latin typeface="Arial"/>
                <a:cs typeface="Arial"/>
              </a:rPr>
              <a:t>TrueFalseQuestion</a:t>
            </a:r>
            <a:endParaRPr sz="2400" b="1" dirty="0">
              <a:solidFill>
                <a:srgbClr val="2D6B25"/>
              </a:solidFill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2AD6DA-2C77-4EC7-9717-95222C33782F}"/>
              </a:ext>
            </a:extLst>
          </p:cNvPr>
          <p:cNvSpPr>
            <a:spLocks noGrp="1"/>
          </p:cNvSpPr>
          <p:nvPr/>
        </p:nvSpPr>
        <p:spPr>
          <a:xfrm>
            <a:off x="8362950" y="43148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m_correctIsTrue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C2BA6F-2205-4E8D-AEE6-6ACB57741630}"/>
              </a:ext>
            </a:extLst>
          </p:cNvPr>
          <p:cNvSpPr>
            <a:spLocks noGrp="1"/>
          </p:cNvSpPr>
          <p:nvPr/>
        </p:nvSpPr>
        <p:spPr>
          <a:xfrm>
            <a:off x="12382500" y="2714625"/>
            <a:ext cx="1971675" cy="1714500"/>
          </a:xfrm>
          <a:prstGeom prst="roundRect">
            <a:avLst>
              <a:gd name="adj" fmla="val 6667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F2C9A8-2B72-42B5-88C5-DC6C1AFBD7F5}"/>
              </a:ext>
            </a:extLst>
          </p:cNvPr>
          <p:cNvSpPr>
            <a:spLocks noGrp="1"/>
          </p:cNvSpPr>
          <p:nvPr/>
        </p:nvSpPr>
        <p:spPr>
          <a:xfrm>
            <a:off x="12496800" y="2790825"/>
            <a:ext cx="17430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4762"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Example (True / False)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8998B3-FEA8-4270-AC89-F9CA3F832A2A}"/>
              </a:ext>
            </a:extLst>
          </p:cNvPr>
          <p:cNvSpPr>
            <a:spLocks noGrp="1"/>
          </p:cNvSpPr>
          <p:nvPr/>
        </p:nvSpPr>
        <p:spPr>
          <a:xfrm>
            <a:off x="12515850" y="3267075"/>
            <a:ext cx="17049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◉   True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○   False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──────────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Correct answer: True</a:t>
            </a:r>
          </a:p>
        </p:txBody>
      </p:sp>
      <p:cxnSp>
        <p:nvCxnSpPr>
          <p:cNvPr id="86" name="Straight Arrow Connector 85"/>
          <p:cNvCxnSpPr>
            <a:stCxn id="22" idx="3"/>
            <a:endCxn id="28" idx="1"/>
          </p:cNvCxnSpPr>
          <p:nvPr/>
        </p:nvCxnSpPr>
        <p:spPr>
          <a:xfrm>
            <a:off x="11525250" y="3143250"/>
            <a:ext cx="857250" cy="428625"/>
          </a:xfrm>
          <a:prstGeom prst="straightConnector1">
            <a:avLst/>
          </a:prstGeom>
          <a:ln w="19050">
            <a:solidFill>
              <a:srgbClr val="2D6B25"/>
            </a:solidFill>
            <a:prstDash val="dash"/>
            <a:tailEnd type="triangle" w="med" len="med"/>
          </a:ln>
        </p:spPr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5E8D78-D9F4-4DF2-A729-1FD31104B8FB}"/>
              </a:ext>
            </a:extLst>
          </p:cNvPr>
          <p:cNvSpPr>
            <a:spLocks noGrp="1"/>
          </p:cNvSpPr>
          <p:nvPr/>
        </p:nvSpPr>
        <p:spPr>
          <a:xfrm>
            <a:off x="3067050" y="5076825"/>
            <a:ext cx="7524750" cy="2724150"/>
          </a:xfrm>
          <a:prstGeom prst="roundRect">
            <a:avLst>
              <a:gd name="adj" fmla="val 4196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B21A83-9C6A-487F-9987-5686C543D358}"/>
              </a:ext>
            </a:extLst>
          </p:cNvPr>
          <p:cNvSpPr>
            <a:spLocks noGrp="1"/>
          </p:cNvSpPr>
          <p:nvPr/>
        </p:nvSpPr>
        <p:spPr>
          <a:xfrm>
            <a:off x="4953000" y="52006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Polymorphism in action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0EB1DE-C3A2-4F66-AC27-EB5CA295936B}"/>
              </a:ext>
            </a:extLst>
          </p:cNvPr>
          <p:cNvSpPr>
            <a:spLocks noGrp="1"/>
          </p:cNvSpPr>
          <p:nvPr/>
        </p:nvSpPr>
        <p:spPr>
          <a:xfrm>
            <a:off x="3381375" y="5524500"/>
            <a:ext cx="623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>
            <a:normAutofit/>
          </a:bodyPr>
          <a:lstStyle/>
          <a:p>
            <a:pPr algn="l">
              <a:defRPr sz="1275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vector&lt;Question*&gt; m_questions;</a:t>
            </a:r>
            <a:r>
              <a:rPr sz="1275" b="0" i="1">
                <a:solidFill>
                  <a:srgbClr val="0D4F9B"/>
                </a:solidFill>
                <a:latin typeface="Arial"/>
                <a:ea typeface="Arial"/>
                <a:cs typeface="Arial"/>
              </a:rPr>
              <a:t>   // can store any kind of Question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65EB0FA-DB2C-4ABF-B287-67A9B92651C0}"/>
              </a:ext>
            </a:extLst>
          </p:cNvPr>
          <p:cNvSpPr>
            <a:spLocks noGrp="1"/>
          </p:cNvSpPr>
          <p:nvPr/>
        </p:nvSpPr>
        <p:spPr>
          <a:xfrm>
            <a:off x="3238500" y="5867400"/>
            <a:ext cx="4152900" cy="1219200"/>
          </a:xfrm>
          <a:prstGeom prst="roundRect">
            <a:avLst>
              <a:gd name="adj" fmla="val 7813"/>
            </a:avLst>
          </a:prstGeom>
          <a:noFill/>
          <a:ln w="1143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2983D61-1C4C-4B76-B244-F429567A76BE}"/>
              </a:ext>
            </a:extLst>
          </p:cNvPr>
          <p:cNvSpPr>
            <a:spLocks noGrp="1"/>
          </p:cNvSpPr>
          <p:nvPr/>
        </p:nvSpPr>
        <p:spPr>
          <a:xfrm>
            <a:off x="3333750" y="5962650"/>
            <a:ext cx="1285875" cy="1009650"/>
          </a:xfrm>
          <a:prstGeom prst="roundRect">
            <a:avLst>
              <a:gd name="adj" fmla="val 11321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F166E9-7217-49C7-804F-D583F300D2D1}"/>
              </a:ext>
            </a:extLst>
          </p:cNvPr>
          <p:cNvSpPr>
            <a:spLocks noGrp="1"/>
          </p:cNvSpPr>
          <p:nvPr/>
        </p:nvSpPr>
        <p:spPr>
          <a:xfrm>
            <a:off x="3333750" y="5934075"/>
            <a:ext cx="12477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700" b="1" i="0" dirty="0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MultipleChoiceQuestion</a:t>
            </a:r>
            <a:endParaRPr sz="70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07DFB5-9FE4-4932-995B-604380387376}"/>
              </a:ext>
            </a:extLst>
          </p:cNvPr>
          <p:cNvSpPr>
            <a:spLocks noGrp="1"/>
          </p:cNvSpPr>
          <p:nvPr/>
        </p:nvSpPr>
        <p:spPr>
          <a:xfrm>
            <a:off x="3381375" y="6172200"/>
            <a:ext cx="11525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9220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● ━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● ━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● ━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[MCQ]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575C29D-C3F7-4B53-B2BC-E968B60735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33925" y="5962650"/>
            <a:ext cx="1238250" cy="1009650"/>
          </a:xfrm>
          <a:prstGeom prst="roundRect">
            <a:avLst>
              <a:gd name="adj" fmla="val 11321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F1F7D0-BBB9-43A7-8046-2059BF40D4BE}"/>
              </a:ext>
            </a:extLst>
          </p:cNvPr>
          <p:cNvSpPr>
            <a:spLocks noGrp="1"/>
          </p:cNvSpPr>
          <p:nvPr/>
        </p:nvSpPr>
        <p:spPr>
          <a:xfrm>
            <a:off x="4776788" y="6000749"/>
            <a:ext cx="1157287" cy="2857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700" b="1" i="0" dirty="0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TrueFalseQuestion</a:t>
            </a:r>
            <a:endParaRPr sz="70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E04415-3419-4122-BABC-AE401C966202}"/>
              </a:ext>
            </a:extLst>
          </p:cNvPr>
          <p:cNvSpPr>
            <a:spLocks noGrp="1"/>
          </p:cNvSpPr>
          <p:nvPr/>
        </p:nvSpPr>
        <p:spPr>
          <a:xfrm>
            <a:off x="4876800" y="6353175"/>
            <a:ext cx="971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8632"/>
          </a:bodyPr>
          <a:lstStyle/>
          <a:p>
            <a:pPr algn="ctr"/>
            <a:r>
              <a:rPr lang="he-IL" sz="135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✅❎</a:t>
            </a:r>
          </a:p>
          <a:p>
            <a:pPr algn="ctr"/>
            <a:r>
              <a:rPr sz="1350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[TFQ]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5DDD1C8-B1DD-4B72-B376-CAF73CE0CAFF}"/>
              </a:ext>
            </a:extLst>
          </p:cNvPr>
          <p:cNvSpPr>
            <a:spLocks noGrp="1"/>
          </p:cNvSpPr>
          <p:nvPr/>
        </p:nvSpPr>
        <p:spPr>
          <a:xfrm>
            <a:off x="6105525" y="5962650"/>
            <a:ext cx="1200150" cy="1009650"/>
          </a:xfrm>
          <a:prstGeom prst="roundRect">
            <a:avLst>
              <a:gd name="adj" fmla="val 11321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E2FE62-1359-428E-B421-DD6F7ECE8944}"/>
              </a:ext>
            </a:extLst>
          </p:cNvPr>
          <p:cNvSpPr>
            <a:spLocks noGrp="1"/>
          </p:cNvSpPr>
          <p:nvPr/>
        </p:nvSpPr>
        <p:spPr>
          <a:xfrm>
            <a:off x="6105526" y="5943600"/>
            <a:ext cx="1209674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700" b="1" i="0" dirty="0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MultipleChoiceQuestion</a:t>
            </a:r>
            <a:endParaRPr sz="70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7F1E49-7277-404E-8C39-A49971FB4DB6}"/>
              </a:ext>
            </a:extLst>
          </p:cNvPr>
          <p:cNvSpPr>
            <a:spLocks noGrp="1"/>
          </p:cNvSpPr>
          <p:nvPr/>
        </p:nvSpPr>
        <p:spPr>
          <a:xfrm>
            <a:off x="6172200" y="6172200"/>
            <a:ext cx="10001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9220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● ━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● ━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● ━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[MCQ]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09BA50-DC56-4F03-A2E6-4952F4CDB2A2}"/>
              </a:ext>
            </a:extLst>
          </p:cNvPr>
          <p:cNvSpPr>
            <a:spLocks noGrp="1"/>
          </p:cNvSpPr>
          <p:nvPr/>
        </p:nvSpPr>
        <p:spPr>
          <a:xfrm>
            <a:off x="3829050" y="712470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615D65-CD23-43BD-B617-E8F93DE286DC}"/>
              </a:ext>
            </a:extLst>
          </p:cNvPr>
          <p:cNvSpPr>
            <a:spLocks noGrp="1"/>
          </p:cNvSpPr>
          <p:nvPr/>
        </p:nvSpPr>
        <p:spPr>
          <a:xfrm>
            <a:off x="5219700" y="712470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9C64A4-D105-43F7-8A12-F86BFE6CA943}"/>
              </a:ext>
            </a:extLst>
          </p:cNvPr>
          <p:cNvSpPr>
            <a:spLocks noGrp="1"/>
          </p:cNvSpPr>
          <p:nvPr/>
        </p:nvSpPr>
        <p:spPr>
          <a:xfrm>
            <a:off x="6572250" y="712470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E5199C-B518-4B0F-A178-A6F36B7D7DFD}"/>
              </a:ext>
            </a:extLst>
          </p:cNvPr>
          <p:cNvSpPr>
            <a:spLocks noGrp="1"/>
          </p:cNvSpPr>
          <p:nvPr/>
        </p:nvSpPr>
        <p:spPr>
          <a:xfrm>
            <a:off x="7381875" y="6334125"/>
            <a:ext cx="447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5735" lnSpcReduction="10000"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70840B-1F03-4167-9E6D-DACC77A4ABF2}"/>
              </a:ext>
            </a:extLst>
          </p:cNvPr>
          <p:cNvSpPr>
            <a:spLocks noGrp="1"/>
          </p:cNvSpPr>
          <p:nvPr/>
        </p:nvSpPr>
        <p:spPr>
          <a:xfrm>
            <a:off x="7715250" y="6286500"/>
            <a:ext cx="876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Question*</a:t>
            </a:r>
          </a:p>
          <a:p>
            <a:pPr algn="ctr">
              <a:lnSpc>
                <a:spcPct val="100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D49B07-1DF3-4172-9F87-DBC91838AD0F}"/>
              </a:ext>
            </a:extLst>
          </p:cNvPr>
          <p:cNvSpPr>
            <a:spLocks noGrp="1"/>
          </p:cNvSpPr>
          <p:nvPr/>
        </p:nvSpPr>
        <p:spPr>
          <a:xfrm>
            <a:off x="8743950" y="5672137"/>
            <a:ext cx="2000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Virtual calls(polymorphic)</a:t>
            </a:r>
            <a:endParaRPr lang="he-IL" sz="1125" b="1" i="0" dirty="0">
              <a:solidFill>
                <a:srgbClr val="0D4F9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lang="he-IL"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 </a:t>
            </a:r>
            <a:endParaRPr sz="1125" b="1" i="0" dirty="0">
              <a:solidFill>
                <a:srgbClr val="0D4F9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▪  </a:t>
            </a:r>
            <a:r>
              <a:rPr sz="1125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getOptionCount</a:t>
            </a: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()</a:t>
            </a:r>
          </a:p>
          <a:p>
            <a:pPr algn="l">
              <a:lnSpc>
                <a:spcPct val="105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▪  </a:t>
            </a:r>
            <a:r>
              <a:rPr sz="1125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getOption</a:t>
            </a: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(</a:t>
            </a:r>
            <a:r>
              <a:rPr sz="1125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i</a:t>
            </a: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algn="l">
              <a:lnSpc>
                <a:spcPct val="105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▪  </a:t>
            </a:r>
            <a:r>
              <a:rPr sz="1125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checkAnswer</a:t>
            </a: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(</a:t>
            </a:r>
            <a:r>
              <a:rPr sz="1125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i</a:t>
            </a: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)</a:t>
            </a:r>
          </a:p>
          <a:p>
            <a:pPr algn="l">
              <a:lnSpc>
                <a:spcPct val="105000"/>
              </a:lnSpc>
              <a:buNone/>
              <a:defRPr sz="112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▪  clone()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B15BFF5-8FFF-4AE7-9232-C3676686F6B0}"/>
              </a:ext>
            </a:extLst>
          </p:cNvPr>
          <p:cNvSpPr>
            <a:spLocks noGrp="1"/>
          </p:cNvSpPr>
          <p:nvPr/>
        </p:nvSpPr>
        <p:spPr>
          <a:xfrm>
            <a:off x="4248150" y="7353300"/>
            <a:ext cx="5381625" cy="342900"/>
          </a:xfrm>
          <a:prstGeom prst="roundRect">
            <a:avLst>
              <a:gd name="adj" fmla="val 22222"/>
            </a:avLst>
          </a:prstGeom>
          <a:solidFill>
            <a:srgbClr val="DCEAFB"/>
          </a:solidFill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53BE25B-DADD-462E-A6BD-3F0A26CDCECD}"/>
              </a:ext>
            </a:extLst>
          </p:cNvPr>
          <p:cNvSpPr>
            <a:spLocks noGrp="1"/>
          </p:cNvSpPr>
          <p:nvPr/>
        </p:nvSpPr>
        <p:spPr>
          <a:xfrm>
            <a:off x="3896883" y="7362825"/>
            <a:ext cx="600950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ⓘ  same pointer type, behavior depends on the real object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DFE48AD-A0EA-424B-AA28-D1387517214C}"/>
              </a:ext>
            </a:extLst>
          </p:cNvPr>
          <p:cNvSpPr>
            <a:spLocks noGrp="1"/>
          </p:cNvSpPr>
          <p:nvPr/>
        </p:nvSpPr>
        <p:spPr>
          <a:xfrm>
            <a:off x="11620500" y="6191250"/>
            <a:ext cx="2686050" cy="838200"/>
          </a:xfrm>
          <a:prstGeom prst="roundRect">
            <a:avLst>
              <a:gd name="adj" fmla="val 13636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A5F8CC-9944-4734-AFF5-F14F40D1E50E}"/>
              </a:ext>
            </a:extLst>
          </p:cNvPr>
          <p:cNvSpPr>
            <a:spLocks noGrp="1"/>
          </p:cNvSpPr>
          <p:nvPr/>
        </p:nvSpPr>
        <p:spPr>
          <a:xfrm>
            <a:off x="11734800" y="62674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en-US" sz="1700" b="1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🗃🗄</a:t>
            </a:r>
            <a:r>
              <a:rPr sz="17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clone() supports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C2989F3-1A71-477D-85A7-5F0460F3DD00}"/>
              </a:ext>
            </a:extLst>
          </p:cNvPr>
          <p:cNvSpPr>
            <a:spLocks noGrp="1"/>
          </p:cNvSpPr>
          <p:nvPr/>
        </p:nvSpPr>
        <p:spPr>
          <a:xfrm>
            <a:off x="11753850" y="6619875"/>
            <a:ext cx="2419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deep copy in QuizGame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6CF4A61F-BFF8-E1DE-F325-C8135684E6CE}"/>
              </a:ext>
            </a:extLst>
          </p:cNvPr>
          <p:cNvSpPr/>
          <p:nvPr/>
        </p:nvSpPr>
        <p:spPr>
          <a:xfrm>
            <a:off x="8590026" y="6003925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958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rder-5">
            <a:extLst>
              <a:ext uri="{FF2B5EF4-FFF2-40B4-BE49-F238E27FC236}">
                <a16:creationId xmlns:a16="http://schemas.microsoft.com/office/drawing/2014/main" id="{60CF349A-14BF-4773-97D8-6DEEF8DE0C86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5">
            <a:extLst>
              <a:ext uri="{FF2B5EF4-FFF2-40B4-BE49-F238E27FC236}">
                <a16:creationId xmlns:a16="http://schemas.microsoft.com/office/drawing/2014/main" id="{0A217B8C-17F0-4C31-BA3E-9E7E6171D5BB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F58B8B-2D60-480D-95FD-8B8755FD9D6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Player Class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461B4-D728-4389-B456-0FA7DA3B3988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Runtime state of the current player</a:t>
            </a:r>
          </a:p>
        </p:txBody>
      </p:sp>
      <p:sp>
        <p:nvSpPr>
          <p:cNvPr id="5" name="footer-5">
            <a:extLst>
              <a:ext uri="{FF2B5EF4-FFF2-40B4-BE49-F238E27FC236}">
                <a16:creationId xmlns:a16="http://schemas.microsoft.com/office/drawing/2014/main" id="{7D51DD7F-F232-46DF-BB9B-0CEB751A71E3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341B37-C4D9-447C-BDA8-2F7E9A6068FF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5. Player class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38D7D-69B7-41A4-A407-E4A308AB2928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5335CD-FB85-4DE2-B4E8-3A48892F12C3}"/>
              </a:ext>
            </a:extLst>
          </p:cNvPr>
          <p:cNvSpPr>
            <a:spLocks noGrp="1"/>
          </p:cNvSpPr>
          <p:nvPr/>
        </p:nvSpPr>
        <p:spPr>
          <a:xfrm>
            <a:off x="590550" y="2228850"/>
            <a:ext cx="3009900" cy="1219200"/>
          </a:xfrm>
          <a:prstGeom prst="roundRect">
            <a:avLst>
              <a:gd name="adj" fmla="val 9375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9DEF2E-8966-4831-808E-6FB9C538C16D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▶  </a:t>
            </a:r>
            <a:r>
              <a:rPr sz="2000" b="1" i="0" dirty="0" err="1">
                <a:solidFill>
                  <a:srgbClr val="2D6B25"/>
                </a:solidFill>
                <a:latin typeface="Arial"/>
                <a:ea typeface="Arial"/>
                <a:cs typeface="Arial"/>
              </a:rPr>
              <a:t>startNewGame</a:t>
            </a:r>
            <a:endParaRPr sz="200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33D6F85-60AD-40CA-89D2-8C954EC5CB92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7432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A33F7A-65F0-4745-B74E-E96841F64A44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Player(name, m_startLives)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911AC6-C175-4649-9BF1-06582096FC4E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3009900" cy="1171575"/>
          </a:xfrm>
          <a:prstGeom prst="roundRect">
            <a:avLst>
              <a:gd name="adj" fmla="val 9756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2616E5-3611-4294-8E3D-39ABA679B8A3}"/>
              </a:ext>
            </a:extLst>
          </p:cNvPr>
          <p:cNvSpPr>
            <a:spLocks noGrp="1"/>
          </p:cNvSpPr>
          <p:nvPr/>
        </p:nvSpPr>
        <p:spPr>
          <a:xfrm>
            <a:off x="704850" y="40195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✓  correct answer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E5A5043-EC62-4EDB-863D-476F7FA5F6F9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27432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DF90FE-9F90-4FD3-93B9-5BEDDFAFF3BE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2743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addScore(points)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B25A2C-5C34-4DF5-B339-B3CD1FB0D150}"/>
              </a:ext>
            </a:extLst>
          </p:cNvPr>
          <p:cNvSpPr>
            <a:spLocks noGrp="1"/>
          </p:cNvSpPr>
          <p:nvPr/>
        </p:nvSpPr>
        <p:spPr>
          <a:xfrm>
            <a:off x="590550" y="5524500"/>
            <a:ext cx="3009900" cy="1171575"/>
          </a:xfrm>
          <a:prstGeom prst="roundRect">
            <a:avLst>
              <a:gd name="adj" fmla="val 9756"/>
            </a:avLst>
          </a:prstGeom>
          <a:solidFill>
            <a:srgbClr val="FFF3F1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EE5F85-9B42-49C4-87F6-5C4BBF36C4F9}"/>
              </a:ext>
            </a:extLst>
          </p:cNvPr>
          <p:cNvSpPr>
            <a:spLocks noGrp="1"/>
          </p:cNvSpPr>
          <p:nvPr/>
        </p:nvSpPr>
        <p:spPr>
          <a:xfrm>
            <a:off x="704850" y="560070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×  wrong answer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ACBD59C-EC29-4B9F-BEA9-0EDAB7F5F307}"/>
              </a:ext>
            </a:extLst>
          </p:cNvPr>
          <p:cNvSpPr>
            <a:spLocks noGrp="1"/>
          </p:cNvSpPr>
          <p:nvPr/>
        </p:nvSpPr>
        <p:spPr>
          <a:xfrm>
            <a:off x="723900" y="6134100"/>
            <a:ext cx="274320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39487-92F3-4011-A9C3-D20FBC535B19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2743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loseLife()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828FDC-2C04-4FB3-AE19-C96DEFE1340C}"/>
              </a:ext>
            </a:extLst>
          </p:cNvPr>
          <p:cNvSpPr>
            <a:spLocks noGrp="1"/>
          </p:cNvSpPr>
          <p:nvPr/>
        </p:nvSpPr>
        <p:spPr>
          <a:xfrm>
            <a:off x="4981575" y="1790700"/>
            <a:ext cx="3448050" cy="5391150"/>
          </a:xfrm>
          <a:prstGeom prst="roundRect">
            <a:avLst>
              <a:gd name="adj" fmla="val 3315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05F5F8-CDE2-4051-A16D-11B012BE1132}"/>
              </a:ext>
            </a:extLst>
          </p:cNvPr>
          <p:cNvSpPr>
            <a:spLocks noGrp="1"/>
          </p:cNvSpPr>
          <p:nvPr/>
        </p:nvSpPr>
        <p:spPr>
          <a:xfrm>
            <a:off x="5095875" y="1866900"/>
            <a:ext cx="3219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♟  Player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0BF1FE4-AE14-49BE-9408-FB07DEF3AFD6}"/>
              </a:ext>
            </a:extLst>
          </p:cNvPr>
          <p:cNvSpPr>
            <a:spLocks noGrp="1"/>
          </p:cNvSpPr>
          <p:nvPr/>
        </p:nvSpPr>
        <p:spPr>
          <a:xfrm>
            <a:off x="5114925" y="2695575"/>
            <a:ext cx="3181350" cy="0"/>
          </a:xfrm>
          <a:prstGeom prst="line">
            <a:avLst/>
          </a:prstGeom>
          <a:noFill/>
          <a:ln w="13335">
            <a:solidFill>
              <a:srgbClr val="007E8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67507A-C5EA-4154-8327-E20BCF628F23}"/>
              </a:ext>
            </a:extLst>
          </p:cNvPr>
          <p:cNvSpPr>
            <a:spLocks noGrp="1"/>
          </p:cNvSpPr>
          <p:nvPr/>
        </p:nvSpPr>
        <p:spPr>
          <a:xfrm>
            <a:off x="5114925" y="2857500"/>
            <a:ext cx="3181350" cy="422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m_name: string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m_score: int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m_lives: int</a:t>
            </a:r>
          </a:p>
          <a:p>
            <a:endParaRPr sz="1575" b="0" i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setName(name: string): void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setScore(score: int): void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setLives(lives: int): void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addScore(points: int): void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loseLife(): void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getName(): string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getScore(): int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getLives(): int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isAlive(): bool</a:t>
            </a:r>
          </a:p>
        </p:txBody>
      </p:sp>
      <p:cxnSp>
        <p:nvCxnSpPr>
          <p:cNvPr id="80" name="Straight Arrow Connector 79"/>
          <p:cNvCxnSpPr>
            <a:stCxn id="8" idx="3"/>
            <a:endCxn id="20" idx="1"/>
          </p:cNvCxnSpPr>
          <p:nvPr/>
        </p:nvCxnSpPr>
        <p:spPr>
          <a:xfrm>
            <a:off x="3600450" y="2838450"/>
            <a:ext cx="1381125" cy="1647825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81" name="Straight Arrow Connector 80"/>
          <p:cNvCxnSpPr>
            <a:stCxn id="12" idx="3"/>
            <a:endCxn id="20" idx="1"/>
          </p:cNvCxnSpPr>
          <p:nvPr/>
        </p:nvCxnSpPr>
        <p:spPr>
          <a:xfrm flipV="1">
            <a:off x="3600450" y="4486275"/>
            <a:ext cx="1381125" cy="42863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82" name="Straight Arrow Connector 81"/>
          <p:cNvCxnSpPr>
            <a:stCxn id="16" idx="3"/>
            <a:endCxn id="20" idx="1"/>
          </p:cNvCxnSpPr>
          <p:nvPr/>
        </p:nvCxnSpPr>
        <p:spPr>
          <a:xfrm flipV="1">
            <a:off x="3600450" y="4486275"/>
            <a:ext cx="1381125" cy="1624013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4202161-D2D7-4097-ACD0-9A84258FD1B5}"/>
              </a:ext>
            </a:extLst>
          </p:cNvPr>
          <p:cNvSpPr>
            <a:spLocks noGrp="1"/>
          </p:cNvSpPr>
          <p:nvPr/>
        </p:nvSpPr>
        <p:spPr>
          <a:xfrm>
            <a:off x="9077325" y="4029075"/>
            <a:ext cx="2333625" cy="1095375"/>
          </a:xfrm>
          <a:prstGeom prst="roundRect">
            <a:avLst>
              <a:gd name="adj" fmla="val 10435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F37065-A883-444A-9FC9-AB561B6F7718}"/>
              </a:ext>
            </a:extLst>
          </p:cNvPr>
          <p:cNvSpPr>
            <a:spLocks noGrp="1"/>
          </p:cNvSpPr>
          <p:nvPr/>
        </p:nvSpPr>
        <p:spPr>
          <a:xfrm>
            <a:off x="9191625" y="4105275"/>
            <a:ext cx="2105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⚑  end condition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552F4952-7E14-4255-8B3F-3CC353B7D1D3}"/>
              </a:ext>
            </a:extLst>
          </p:cNvPr>
          <p:cNvSpPr>
            <a:spLocks noGrp="1"/>
          </p:cNvSpPr>
          <p:nvPr/>
        </p:nvSpPr>
        <p:spPr>
          <a:xfrm>
            <a:off x="9210675" y="4581525"/>
            <a:ext cx="2066925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BFE228-444B-4CCF-AB96-CD3A5DB9034A}"/>
              </a:ext>
            </a:extLst>
          </p:cNvPr>
          <p:cNvSpPr>
            <a:spLocks noGrp="1"/>
          </p:cNvSpPr>
          <p:nvPr/>
        </p:nvSpPr>
        <p:spPr>
          <a:xfrm>
            <a:off x="9210675" y="4686300"/>
            <a:ext cx="2066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isAlive()</a:t>
            </a:r>
          </a:p>
        </p:txBody>
      </p:sp>
      <p:cxnSp>
        <p:nvCxnSpPr>
          <p:cNvPr id="87" name="Straight Arrow Connector 86"/>
          <p:cNvCxnSpPr>
            <a:stCxn id="20" idx="3"/>
            <a:endCxn id="27" idx="1"/>
          </p:cNvCxnSpPr>
          <p:nvPr/>
        </p:nvCxnSpPr>
        <p:spPr>
          <a:xfrm>
            <a:off x="8429625" y="4486275"/>
            <a:ext cx="647700" cy="90488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16A43D4-E741-47BE-9686-CF3598303D95}"/>
              </a:ext>
            </a:extLst>
          </p:cNvPr>
          <p:cNvSpPr>
            <a:spLocks noGrp="1"/>
          </p:cNvSpPr>
          <p:nvPr/>
        </p:nvSpPr>
        <p:spPr>
          <a:xfrm>
            <a:off x="12039600" y="1676400"/>
            <a:ext cx="2990850" cy="4324350"/>
          </a:xfrm>
          <a:prstGeom prst="roundRect">
            <a:avLst>
              <a:gd name="adj" fmla="val 3822"/>
            </a:avLst>
          </a:prstGeom>
          <a:solidFill>
            <a:srgbClr val="F7F9FC"/>
          </a:solidFill>
          <a:ln w="17145">
            <a:solidFill>
              <a:srgbClr val="D3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032EDF-C6FE-4613-9CFF-A43D3E32E92A}"/>
              </a:ext>
            </a:extLst>
          </p:cNvPr>
          <p:cNvSpPr>
            <a:spLocks noGrp="1"/>
          </p:cNvSpPr>
          <p:nvPr/>
        </p:nvSpPr>
        <p:spPr>
          <a:xfrm>
            <a:off x="12153900" y="17526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D3DE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3DEE9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C72F6A5-E91A-4735-B2D2-EC52399EFA6A}"/>
              </a:ext>
            </a:extLst>
          </p:cNvPr>
          <p:cNvSpPr>
            <a:spLocks noGrp="1"/>
          </p:cNvSpPr>
          <p:nvPr/>
        </p:nvSpPr>
        <p:spPr>
          <a:xfrm>
            <a:off x="12249150" y="2238375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EFF5FD"/>
          </a:solidFill>
          <a:ln w="17145">
            <a:solidFill>
              <a:srgbClr val="4D92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DB2D6B-683B-4BFA-ABA9-599C8571E2A7}"/>
              </a:ext>
            </a:extLst>
          </p:cNvPr>
          <p:cNvSpPr>
            <a:spLocks noGrp="1"/>
          </p:cNvSpPr>
          <p:nvPr/>
        </p:nvSpPr>
        <p:spPr>
          <a:xfrm>
            <a:off x="12363450" y="2314575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4D92E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D92E1"/>
                </a:solidFill>
                <a:latin typeface="Arial"/>
                <a:ea typeface="Arial"/>
                <a:cs typeface="Arial"/>
              </a:rPr>
              <a:t>Before answer: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C637E3-69B5-4276-ACCD-57A43DCBD655}"/>
              </a:ext>
            </a:extLst>
          </p:cNvPr>
          <p:cNvSpPr>
            <a:spLocks noGrp="1"/>
          </p:cNvSpPr>
          <p:nvPr/>
        </p:nvSpPr>
        <p:spPr>
          <a:xfrm>
            <a:off x="12382500" y="2686050"/>
            <a:ext cx="2305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Score 20, Lives 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D01773-168D-405A-8308-96E7E8A8B1C6}"/>
              </a:ext>
            </a:extLst>
          </p:cNvPr>
          <p:cNvSpPr>
            <a:spLocks noGrp="1"/>
          </p:cNvSpPr>
          <p:nvPr/>
        </p:nvSpPr>
        <p:spPr>
          <a:xfrm>
            <a:off x="13287375" y="3162300"/>
            <a:ext cx="47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8039"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9AA5B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9AA5B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02F6D42-03F0-46AA-A095-F5FA8774AB6E}"/>
              </a:ext>
            </a:extLst>
          </p:cNvPr>
          <p:cNvSpPr>
            <a:spLocks noGrp="1"/>
          </p:cNvSpPr>
          <p:nvPr/>
        </p:nvSpPr>
        <p:spPr>
          <a:xfrm>
            <a:off x="12249150" y="3600450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3BA057-25CD-4ABD-81A1-AB1D0BC3E057}"/>
              </a:ext>
            </a:extLst>
          </p:cNvPr>
          <p:cNvSpPr>
            <a:spLocks noGrp="1"/>
          </p:cNvSpPr>
          <p:nvPr/>
        </p:nvSpPr>
        <p:spPr>
          <a:xfrm>
            <a:off x="12363450" y="3676650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After correct answer: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8F0902-A4CC-4B49-96AF-47C3A3959A94}"/>
              </a:ext>
            </a:extLst>
          </p:cNvPr>
          <p:cNvSpPr>
            <a:spLocks noGrp="1"/>
          </p:cNvSpPr>
          <p:nvPr/>
        </p:nvSpPr>
        <p:spPr>
          <a:xfrm>
            <a:off x="12382500" y="4048125"/>
            <a:ext cx="2305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Score 30, Lives 3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2C9EC3FB-FB14-436C-BEF3-5DE884D0E8CA}"/>
              </a:ext>
            </a:extLst>
          </p:cNvPr>
          <p:cNvSpPr>
            <a:spLocks noGrp="1"/>
          </p:cNvSpPr>
          <p:nvPr/>
        </p:nvSpPr>
        <p:spPr>
          <a:xfrm>
            <a:off x="12249150" y="4762500"/>
            <a:ext cx="2571750" cy="0"/>
          </a:xfrm>
          <a:prstGeom prst="line">
            <a:avLst/>
          </a:prstGeom>
          <a:noFill/>
          <a:ln w="14288">
            <a:solidFill>
              <a:srgbClr val="ADB7C3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4009504-08D9-42AC-8BA4-07105324783B}"/>
              </a:ext>
            </a:extLst>
          </p:cNvPr>
          <p:cNvSpPr>
            <a:spLocks noGrp="1"/>
          </p:cNvSpPr>
          <p:nvPr/>
        </p:nvSpPr>
        <p:spPr>
          <a:xfrm>
            <a:off x="12249150" y="5000625"/>
            <a:ext cx="2571750" cy="857250"/>
          </a:xfrm>
          <a:prstGeom prst="roundRect">
            <a:avLst>
              <a:gd name="adj" fmla="val 13333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53B815-7B9D-404B-B100-9F2DAB448E07}"/>
              </a:ext>
            </a:extLst>
          </p:cNvPr>
          <p:cNvSpPr>
            <a:spLocks noGrp="1"/>
          </p:cNvSpPr>
          <p:nvPr/>
        </p:nvSpPr>
        <p:spPr>
          <a:xfrm>
            <a:off x="12363450" y="5076825"/>
            <a:ext cx="2343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After wrong answer: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EAE4D8-B469-4E19-80C1-27232233E670}"/>
              </a:ext>
            </a:extLst>
          </p:cNvPr>
          <p:cNvSpPr>
            <a:spLocks noGrp="1"/>
          </p:cNvSpPr>
          <p:nvPr/>
        </p:nvSpPr>
        <p:spPr>
          <a:xfrm>
            <a:off x="12382500" y="5448300"/>
            <a:ext cx="2305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Score 20, Lives 2</a:t>
            </a:r>
          </a:p>
        </p:txBody>
      </p:sp>
      <p:cxnSp>
        <p:nvCxnSpPr>
          <p:cNvPr id="101" name="Straight Arrow Connector 100"/>
          <p:cNvCxnSpPr>
            <a:stCxn id="27" idx="3"/>
            <a:endCxn id="38" idx="1"/>
          </p:cNvCxnSpPr>
          <p:nvPr/>
        </p:nvCxnSpPr>
        <p:spPr>
          <a:xfrm flipV="1">
            <a:off x="11410950" y="4029075"/>
            <a:ext cx="838200" cy="547688"/>
          </a:xfrm>
          <a:prstGeom prst="straightConnector1">
            <a:avLst/>
          </a:prstGeom>
          <a:ln w="19050">
            <a:solidFill>
              <a:srgbClr val="111111"/>
            </a:solidFill>
            <a:prstDash val="dash"/>
            <a:tailEnd type="triangle" w="med" len="med"/>
          </a:ln>
        </p:spPr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17A0E7B-2287-43AB-A00E-06BF93816BE8}"/>
              </a:ext>
            </a:extLst>
          </p:cNvPr>
          <p:cNvSpPr>
            <a:spLocks noGrp="1"/>
          </p:cNvSpPr>
          <p:nvPr/>
        </p:nvSpPr>
        <p:spPr>
          <a:xfrm>
            <a:off x="12039600" y="6191250"/>
            <a:ext cx="2990850" cy="1476375"/>
          </a:xfrm>
          <a:prstGeom prst="roundRect">
            <a:avLst>
              <a:gd name="adj" fmla="val 7742"/>
            </a:avLst>
          </a:prstGeom>
          <a:solidFill>
            <a:srgbClr val="F7F9FC"/>
          </a:solidFill>
          <a:ln w="17145">
            <a:solidFill>
              <a:srgbClr val="D3DE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2E1B61A-FD6A-48B9-861A-EC016628575B}"/>
              </a:ext>
            </a:extLst>
          </p:cNvPr>
          <p:cNvSpPr>
            <a:spLocks noGrp="1"/>
          </p:cNvSpPr>
          <p:nvPr/>
        </p:nvSpPr>
        <p:spPr>
          <a:xfrm>
            <a:off x="12249150" y="642937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85F909-37B4-40E6-81AE-6CA8F08CAE36}"/>
              </a:ext>
            </a:extLst>
          </p:cNvPr>
          <p:cNvSpPr>
            <a:spLocks noGrp="1"/>
          </p:cNvSpPr>
          <p:nvPr/>
        </p:nvSpPr>
        <p:spPr>
          <a:xfrm>
            <a:off x="12258675" y="641985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3EF026-D439-42FA-8A9B-1D6EA2F6B9D4}"/>
              </a:ext>
            </a:extLst>
          </p:cNvPr>
          <p:cNvSpPr>
            <a:spLocks noGrp="1"/>
          </p:cNvSpPr>
          <p:nvPr/>
        </p:nvSpPr>
        <p:spPr>
          <a:xfrm>
            <a:off x="12725400" y="64103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stores state only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8F175CA-7FEF-4BDF-9738-BB450CF36B93}"/>
              </a:ext>
            </a:extLst>
          </p:cNvPr>
          <p:cNvSpPr>
            <a:spLocks noGrp="1"/>
          </p:cNvSpPr>
          <p:nvPr/>
        </p:nvSpPr>
        <p:spPr>
          <a:xfrm>
            <a:off x="12249150" y="683895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10CE58D-D323-41BA-B4B6-20D961D15509}"/>
              </a:ext>
            </a:extLst>
          </p:cNvPr>
          <p:cNvSpPr>
            <a:spLocks noGrp="1"/>
          </p:cNvSpPr>
          <p:nvPr/>
        </p:nvSpPr>
        <p:spPr>
          <a:xfrm>
            <a:off x="12258675" y="6829425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ACF5842-6720-4EB4-BEE6-E1AA7D99E057}"/>
              </a:ext>
            </a:extLst>
          </p:cNvPr>
          <p:cNvSpPr>
            <a:spLocks noGrp="1"/>
          </p:cNvSpPr>
          <p:nvPr/>
        </p:nvSpPr>
        <p:spPr>
          <a:xfrm>
            <a:off x="12725400" y="68199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no I/O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190F504-8EAA-467E-B431-7B2939B70DFF}"/>
              </a:ext>
            </a:extLst>
          </p:cNvPr>
          <p:cNvSpPr>
            <a:spLocks noGrp="1"/>
          </p:cNvSpPr>
          <p:nvPr/>
        </p:nvSpPr>
        <p:spPr>
          <a:xfrm>
            <a:off x="12249150" y="724852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080B63-F9AD-4AEA-905E-E95BE627C034}"/>
              </a:ext>
            </a:extLst>
          </p:cNvPr>
          <p:cNvSpPr>
            <a:spLocks noGrp="1"/>
          </p:cNvSpPr>
          <p:nvPr/>
        </p:nvSpPr>
        <p:spPr>
          <a:xfrm>
            <a:off x="12258675" y="723900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53AACC-2729-4B1E-B53E-EA473ECA5892}"/>
              </a:ext>
            </a:extLst>
          </p:cNvPr>
          <p:cNvSpPr>
            <a:spLocks noGrp="1"/>
          </p:cNvSpPr>
          <p:nvPr/>
        </p:nvSpPr>
        <p:spPr>
          <a:xfrm>
            <a:off x="12725400" y="72294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no game rules</a:t>
            </a:r>
          </a:p>
        </p:txBody>
      </p:sp>
    </p:spTree>
    <p:extLst>
      <p:ext uri="{BB962C8B-B14F-4D97-AF65-F5344CB8AC3E}">
        <p14:creationId xmlns:p14="http://schemas.microsoft.com/office/powerpoint/2010/main" val="105776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order-6">
            <a:extLst>
              <a:ext uri="{FF2B5EF4-FFF2-40B4-BE49-F238E27FC236}">
                <a16:creationId xmlns:a16="http://schemas.microsoft.com/office/drawing/2014/main" id="{5C904EFB-E801-4198-BFA1-245C1F8DF50F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6">
            <a:extLst>
              <a:ext uri="{FF2B5EF4-FFF2-40B4-BE49-F238E27FC236}">
                <a16:creationId xmlns:a16="http://schemas.microsoft.com/office/drawing/2014/main" id="{E72FC520-FCBE-4DF1-85BA-9548418EEC6A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536D1B-0DD1-4019-ADDB-6BB77FA610C8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Save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1CE3E-A475-48C7-A14B-56AC05A4AE7F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SaveSlot + SaveManager</a:t>
            </a:r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AFD9FD26-3FFC-41F3-86CE-E2DD650DEBB6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F68120-E740-4BC3-9E3E-FAC8B9F6BBEB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012AEE-44E2-4020-B197-436B07AFE1BB}"/>
              </a:ext>
            </a:extLst>
          </p:cNvPr>
          <p:cNvSpPr>
            <a:spLocks noGrp="1"/>
          </p:cNvSpPr>
          <p:nvPr/>
        </p:nvSpPr>
        <p:spPr>
          <a:xfrm>
            <a:off x="171450" y="1428750"/>
            <a:ext cx="6953250" cy="6076950"/>
          </a:xfrm>
          <a:prstGeom prst="roundRect">
            <a:avLst>
              <a:gd name="adj" fmla="val 2194"/>
            </a:avLst>
          </a:prstGeom>
          <a:noFill/>
          <a:ln w="13335">
            <a:solidFill>
              <a:srgbClr val="B9C5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86FC81-450B-49AE-BA90-C631333B13C9}"/>
              </a:ext>
            </a:extLst>
          </p:cNvPr>
          <p:cNvSpPr>
            <a:spLocks noGrp="1"/>
          </p:cNvSpPr>
          <p:nvPr/>
        </p:nvSpPr>
        <p:spPr>
          <a:xfrm>
            <a:off x="476250" y="2981325"/>
            <a:ext cx="2171700" cy="2505075"/>
          </a:xfrm>
          <a:prstGeom prst="roundRect">
            <a:avLst>
              <a:gd name="adj" fmla="val 5263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7C3A3-C1F8-4D9F-A308-198AECA4C96A}"/>
              </a:ext>
            </a:extLst>
          </p:cNvPr>
          <p:cNvSpPr>
            <a:spLocks noGrp="1"/>
          </p:cNvSpPr>
          <p:nvPr/>
        </p:nvSpPr>
        <p:spPr>
          <a:xfrm>
            <a:off x="590550" y="3057525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▱  SaveSlot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5EA3F93-7CE2-45D0-81FE-D54819749E32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90500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5C6C59-BCE3-49D8-8117-0BE7A11150A5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9050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m_name</a:t>
            </a:r>
          </a:p>
          <a:p>
            <a:pPr algn="l">
              <a:lnSpc>
                <a:spcPct val="112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m_hasMode[3]</a:t>
            </a:r>
          </a:p>
          <a:p>
            <a:pPr algn="l">
              <a:lnSpc>
                <a:spcPct val="112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m_score[3]</a:t>
            </a:r>
          </a:p>
          <a:p>
            <a:pPr algn="l">
              <a:lnSpc>
                <a:spcPct val="112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m_lives[3]</a:t>
            </a:r>
          </a:p>
          <a:p>
            <a:pPr algn="l">
              <a:lnSpc>
                <a:spcPct val="112000"/>
              </a:lnSpc>
              <a:buNone/>
              <a:defRPr sz="15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m_currentIndex[3]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2F9611-6C7C-4D4E-8B80-26F53E323B81}"/>
              </a:ext>
            </a:extLst>
          </p:cNvPr>
          <p:cNvSpPr>
            <a:spLocks noGrp="1"/>
          </p:cNvSpPr>
          <p:nvPr/>
        </p:nvSpPr>
        <p:spPr>
          <a:xfrm>
            <a:off x="4010025" y="2276475"/>
            <a:ext cx="2762250" cy="4371975"/>
          </a:xfrm>
          <a:prstGeom prst="roundRect">
            <a:avLst>
              <a:gd name="adj" fmla="val 4138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058FA-391C-4BCD-B9CA-5AC0F8523E2C}"/>
              </a:ext>
            </a:extLst>
          </p:cNvPr>
          <p:cNvSpPr>
            <a:spLocks noGrp="1"/>
          </p:cNvSpPr>
          <p:nvPr/>
        </p:nvSpPr>
        <p:spPr>
          <a:xfrm>
            <a:off x="4124325" y="2352675"/>
            <a:ext cx="2533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▣  SaveManager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0440E6B-3B9B-44A2-8BA3-8BE04E54AF2B}"/>
              </a:ext>
            </a:extLst>
          </p:cNvPr>
          <p:cNvSpPr>
            <a:spLocks noGrp="1"/>
          </p:cNvSpPr>
          <p:nvPr/>
        </p:nvSpPr>
        <p:spPr>
          <a:xfrm>
            <a:off x="4143375" y="2895600"/>
            <a:ext cx="249555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DEB8DB-9F3E-42C5-80F7-385F037D297D}"/>
              </a:ext>
            </a:extLst>
          </p:cNvPr>
          <p:cNvSpPr>
            <a:spLocks noGrp="1"/>
          </p:cNvSpPr>
          <p:nvPr/>
        </p:nvSpPr>
        <p:spPr>
          <a:xfrm>
            <a:off x="4143375" y="3019425"/>
            <a:ext cx="2495550" cy="3533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vector&lt;SaveSlot&gt; m_slots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string m_path</a:t>
            </a:r>
          </a:p>
          <a:p>
            <a:endParaRPr sz="1425" b="0" i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load()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store()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getCount()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getSlot()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hasName()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findIndexByName()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upsertSlot()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removeSlot()</a:t>
            </a:r>
          </a:p>
        </p:txBody>
      </p:sp>
      <p:cxnSp>
        <p:nvCxnSpPr>
          <p:cNvPr id="111" name="Straight Arrow Connector 110"/>
          <p:cNvCxnSpPr>
            <a:stCxn id="12" idx="1"/>
            <a:endCxn id="8" idx="3"/>
          </p:cNvCxnSpPr>
          <p:nvPr/>
        </p:nvCxnSpPr>
        <p:spPr>
          <a:xfrm flipH="1" flipV="1">
            <a:off x="2647950" y="4233863"/>
            <a:ext cx="1362075" cy="228600"/>
          </a:xfrm>
          <a:prstGeom prst="straightConnector1">
            <a:avLst/>
          </a:prstGeom>
          <a:ln>
            <a:headEnd type="diamond" w="lg" len="lg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E683E2-5729-4D9E-B03D-FD8B1335D986}"/>
              </a:ext>
            </a:extLst>
          </p:cNvPr>
          <p:cNvSpPr>
            <a:spLocks noGrp="1"/>
          </p:cNvSpPr>
          <p:nvPr/>
        </p:nvSpPr>
        <p:spPr>
          <a:xfrm>
            <a:off x="2724150" y="3905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DF8377-62A2-4117-8AC0-7214CBFCC1E9}"/>
              </a:ext>
            </a:extLst>
          </p:cNvPr>
          <p:cNvSpPr>
            <a:spLocks noGrp="1"/>
          </p:cNvSpPr>
          <p:nvPr/>
        </p:nvSpPr>
        <p:spPr>
          <a:xfrm>
            <a:off x="476250" y="5905500"/>
            <a:ext cx="2152650" cy="11430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7145">
            <a:solidFill>
              <a:srgbClr val="B9C5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FF02A5-BEF3-4394-AB06-9E1C4AB028BC}"/>
              </a:ext>
            </a:extLst>
          </p:cNvPr>
          <p:cNvSpPr>
            <a:spLocks noGrp="1"/>
          </p:cNvSpPr>
          <p:nvPr/>
        </p:nvSpPr>
        <p:spPr>
          <a:xfrm>
            <a:off x="590550" y="598170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B9C5D4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B9C5D4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BE153-2E77-495C-9995-BB4DA845DB50}"/>
              </a:ext>
            </a:extLst>
          </p:cNvPr>
          <p:cNvSpPr>
            <a:spLocks noGrp="1"/>
          </p:cNvSpPr>
          <p:nvPr/>
        </p:nvSpPr>
        <p:spPr>
          <a:xfrm>
            <a:off x="1257300" y="6334125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has-a (composition)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CD97BC-0BE9-4F14-B49E-B4CE1E2348EB}"/>
              </a:ext>
            </a:extLst>
          </p:cNvPr>
          <p:cNvSpPr>
            <a:spLocks noGrp="1"/>
          </p:cNvSpPr>
          <p:nvPr/>
        </p:nvSpPr>
        <p:spPr>
          <a:xfrm>
            <a:off x="819150" y="6705600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87963" lnSpcReduction="10000"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1B5FFC-4B37-4972-B83A-C0888C2798FC}"/>
              </a:ext>
            </a:extLst>
          </p:cNvPr>
          <p:cNvSpPr>
            <a:spLocks noGrp="1"/>
          </p:cNvSpPr>
          <p:nvPr/>
        </p:nvSpPr>
        <p:spPr>
          <a:xfrm>
            <a:off x="1257300" y="66675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92EE3F4-CD01-4E8C-95B0-5EFF7A6428BA}"/>
              </a:ext>
            </a:extLst>
          </p:cNvPr>
          <p:cNvSpPr>
            <a:spLocks noGrp="1"/>
          </p:cNvSpPr>
          <p:nvPr/>
        </p:nvSpPr>
        <p:spPr>
          <a:xfrm>
            <a:off x="7315200" y="1428750"/>
            <a:ext cx="7667625" cy="6076950"/>
          </a:xfrm>
          <a:prstGeom prst="roundRect">
            <a:avLst>
              <a:gd name="adj" fmla="val 2194"/>
            </a:avLst>
          </a:prstGeom>
          <a:noFill/>
          <a:ln w="13335">
            <a:solidFill>
              <a:srgbClr val="B9C5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0438AB3-20E5-4461-949B-F88CDE1653A8}"/>
              </a:ext>
            </a:extLst>
          </p:cNvPr>
          <p:cNvSpPr>
            <a:spLocks noGrp="1"/>
          </p:cNvSpPr>
          <p:nvPr/>
        </p:nvSpPr>
        <p:spPr>
          <a:xfrm>
            <a:off x="7791450" y="1666875"/>
            <a:ext cx="2362200" cy="590550"/>
          </a:xfrm>
          <a:prstGeom prst="roundRect">
            <a:avLst>
              <a:gd name="adj" fmla="val 16129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47B7E1-B5CA-4CFC-AD52-37DD81FE43C2}"/>
              </a:ext>
            </a:extLst>
          </p:cNvPr>
          <p:cNvSpPr>
            <a:spLocks noGrp="1"/>
          </p:cNvSpPr>
          <p:nvPr/>
        </p:nvSpPr>
        <p:spPr>
          <a:xfrm>
            <a:off x="7905750" y="1714500"/>
            <a:ext cx="457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3687C9-30D7-4C8C-A82A-2230488C5C97}"/>
              </a:ext>
            </a:extLst>
          </p:cNvPr>
          <p:cNvSpPr>
            <a:spLocks noGrp="1"/>
          </p:cNvSpPr>
          <p:nvPr/>
        </p:nvSpPr>
        <p:spPr>
          <a:xfrm>
            <a:off x="8343900" y="1714500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5833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playSession /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saveCurrentGame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9FB06C3-8D16-40F4-B2EA-DE7E68AF0736}"/>
              </a:ext>
            </a:extLst>
          </p:cNvPr>
          <p:cNvSpPr>
            <a:spLocks noGrp="1"/>
          </p:cNvSpPr>
          <p:nvPr/>
        </p:nvSpPr>
        <p:spPr>
          <a:xfrm>
            <a:off x="7791450" y="2562225"/>
            <a:ext cx="2362200" cy="4572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3D69FF-F030-4509-816E-FE5C634A2C4D}"/>
              </a:ext>
            </a:extLst>
          </p:cNvPr>
          <p:cNvSpPr>
            <a:spLocks noGrp="1"/>
          </p:cNvSpPr>
          <p:nvPr/>
        </p:nvSpPr>
        <p:spPr>
          <a:xfrm>
            <a:off x="7905750" y="2609850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updateSaveSlot()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5FC3CE-786E-4CAB-95D5-917FE8011BFB}"/>
              </a:ext>
            </a:extLst>
          </p:cNvPr>
          <p:cNvSpPr>
            <a:spLocks noGrp="1"/>
          </p:cNvSpPr>
          <p:nvPr/>
        </p:nvSpPr>
        <p:spPr>
          <a:xfrm>
            <a:off x="7791450" y="3324225"/>
            <a:ext cx="2362200" cy="457200"/>
          </a:xfrm>
          <a:prstGeom prst="roundRect">
            <a:avLst>
              <a:gd name="adj" fmla="val 20833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F014EE-58FC-428B-9CA2-0DBA36B8E768}"/>
              </a:ext>
            </a:extLst>
          </p:cNvPr>
          <p:cNvSpPr>
            <a:spLocks noGrp="1"/>
          </p:cNvSpPr>
          <p:nvPr/>
        </p:nvSpPr>
        <p:spPr>
          <a:xfrm>
            <a:off x="7905750" y="33718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8889" lnSpcReduction="1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2400" b="1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endParaRPr sz="225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23CDD1-B89C-41CF-94C4-37ABAC6DC5F9}"/>
              </a:ext>
            </a:extLst>
          </p:cNvPr>
          <p:cNvSpPr>
            <a:spLocks noGrp="1"/>
          </p:cNvSpPr>
          <p:nvPr/>
        </p:nvSpPr>
        <p:spPr>
          <a:xfrm>
            <a:off x="8343900" y="3371850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7892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SaveManager.load()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282869D-4FB8-4A7B-8071-70AD729A9B7F}"/>
              </a:ext>
            </a:extLst>
          </p:cNvPr>
          <p:cNvSpPr>
            <a:spLocks noGrp="1"/>
          </p:cNvSpPr>
          <p:nvPr/>
        </p:nvSpPr>
        <p:spPr>
          <a:xfrm>
            <a:off x="7791450" y="4086225"/>
            <a:ext cx="2362200" cy="666750"/>
          </a:xfrm>
          <a:prstGeom prst="roundRect">
            <a:avLst>
              <a:gd name="adj" fmla="val 14286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CB29FD-F5BE-4E0D-BD25-256F9381E8DF}"/>
              </a:ext>
            </a:extLst>
          </p:cNvPr>
          <p:cNvSpPr>
            <a:spLocks noGrp="1"/>
          </p:cNvSpPr>
          <p:nvPr/>
        </p:nvSpPr>
        <p:spPr>
          <a:xfrm>
            <a:off x="7905750" y="4133850"/>
            <a:ext cx="457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lang="en-US" sz="225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📝</a:t>
            </a:r>
            <a:endParaRPr sz="225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94834A-DEA0-4B18-A24C-9E2ABDD251C3}"/>
              </a:ext>
            </a:extLst>
          </p:cNvPr>
          <p:cNvSpPr>
            <a:spLocks noGrp="1"/>
          </p:cNvSpPr>
          <p:nvPr/>
        </p:nvSpPr>
        <p:spPr>
          <a:xfrm>
            <a:off x="8343900" y="41338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modify one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SaveSlot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9E14D83-0B36-4746-99A4-EAB09F6ACF67}"/>
              </a:ext>
            </a:extLst>
          </p:cNvPr>
          <p:cNvSpPr>
            <a:spLocks noGrp="1"/>
          </p:cNvSpPr>
          <p:nvPr/>
        </p:nvSpPr>
        <p:spPr>
          <a:xfrm>
            <a:off x="7791450" y="5057775"/>
            <a:ext cx="2362200" cy="4572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3C49B2-7138-413B-B0CB-A193E981EBA9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upsertSlot()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B4B5B4F-6944-4F63-AE34-BB2CDD3D2BEB}"/>
              </a:ext>
            </a:extLst>
          </p:cNvPr>
          <p:cNvSpPr>
            <a:spLocks noGrp="1"/>
          </p:cNvSpPr>
          <p:nvPr/>
        </p:nvSpPr>
        <p:spPr>
          <a:xfrm>
            <a:off x="7791450" y="5800725"/>
            <a:ext cx="2362200" cy="4572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BE771C-4228-42A4-961A-11D87CC5C731}"/>
              </a:ext>
            </a:extLst>
          </p:cNvPr>
          <p:cNvSpPr>
            <a:spLocks noGrp="1"/>
          </p:cNvSpPr>
          <p:nvPr/>
        </p:nvSpPr>
        <p:spPr>
          <a:xfrm>
            <a:off x="7905750" y="5848350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store()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C9D4F4B-858A-4831-984F-E92CEFC31338}"/>
              </a:ext>
            </a:extLst>
          </p:cNvPr>
          <p:cNvSpPr>
            <a:spLocks noGrp="1"/>
          </p:cNvSpPr>
          <p:nvPr/>
        </p:nvSpPr>
        <p:spPr>
          <a:xfrm>
            <a:off x="7791450" y="6553200"/>
            <a:ext cx="2362200" cy="657225"/>
          </a:xfrm>
          <a:prstGeom prst="roundRect">
            <a:avLst>
              <a:gd name="adj" fmla="val 14493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C705AE-5C4A-46AF-8650-07EE61D357AC}"/>
              </a:ext>
            </a:extLst>
          </p:cNvPr>
          <p:cNvSpPr>
            <a:spLocks noGrp="1"/>
          </p:cNvSpPr>
          <p:nvPr/>
        </p:nvSpPr>
        <p:spPr>
          <a:xfrm>
            <a:off x="7905750" y="6600825"/>
            <a:ext cx="457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he-IL" sz="2400" b="1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💾</a:t>
            </a:r>
            <a:endParaRPr sz="2250" b="1" i="0" dirty="0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77E417-923E-47FE-BB78-781BD46CF856}"/>
              </a:ext>
            </a:extLst>
          </p:cNvPr>
          <p:cNvSpPr>
            <a:spLocks noGrp="1"/>
          </p:cNvSpPr>
          <p:nvPr/>
        </p:nvSpPr>
        <p:spPr>
          <a:xfrm>
            <a:off x="8343900" y="6600825"/>
            <a:ext cx="16954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saves.txt</a:t>
            </a:r>
          </a:p>
        </p:txBody>
      </p:sp>
      <p:cxnSp>
        <p:nvCxnSpPr>
          <p:cNvPr id="140" name="Straight Arrow Connector 139"/>
          <p:cNvCxnSpPr>
            <a:stCxn id="27" idx="2"/>
            <a:endCxn id="30" idx="0"/>
          </p:cNvCxnSpPr>
          <p:nvPr/>
        </p:nvCxnSpPr>
        <p:spPr>
          <a:xfrm>
            <a:off x="8972550" y="2257425"/>
            <a:ext cx="0" cy="30480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1" name="Straight Arrow Connector 140"/>
          <p:cNvCxnSpPr>
            <a:stCxn id="30" idx="2"/>
            <a:endCxn id="32" idx="0"/>
          </p:cNvCxnSpPr>
          <p:nvPr/>
        </p:nvCxnSpPr>
        <p:spPr>
          <a:xfrm>
            <a:off x="8972550" y="3019425"/>
            <a:ext cx="0" cy="30480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2" name="Straight Arrow Connector 141"/>
          <p:cNvCxnSpPr>
            <a:stCxn id="32" idx="2"/>
            <a:endCxn id="35" idx="0"/>
          </p:cNvCxnSpPr>
          <p:nvPr/>
        </p:nvCxnSpPr>
        <p:spPr>
          <a:xfrm>
            <a:off x="8972550" y="3781425"/>
            <a:ext cx="0" cy="30480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3" name="Straight Arrow Connector 142"/>
          <p:cNvCxnSpPr>
            <a:stCxn id="35" idx="2"/>
            <a:endCxn id="38" idx="0"/>
          </p:cNvCxnSpPr>
          <p:nvPr/>
        </p:nvCxnSpPr>
        <p:spPr>
          <a:xfrm>
            <a:off x="8972550" y="4752975"/>
            <a:ext cx="0" cy="30480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4" name="Straight Arrow Connector 143"/>
          <p:cNvCxnSpPr>
            <a:stCxn id="38" idx="2"/>
            <a:endCxn id="40" idx="0"/>
          </p:cNvCxnSpPr>
          <p:nvPr/>
        </p:nvCxnSpPr>
        <p:spPr>
          <a:xfrm>
            <a:off x="8972550" y="5514975"/>
            <a:ext cx="0" cy="285750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5" name="Straight Arrow Connector 144"/>
          <p:cNvCxnSpPr>
            <a:stCxn id="40" idx="2"/>
            <a:endCxn id="42" idx="0"/>
          </p:cNvCxnSpPr>
          <p:nvPr/>
        </p:nvCxnSpPr>
        <p:spPr>
          <a:xfrm>
            <a:off x="8972550" y="6257925"/>
            <a:ext cx="0" cy="295275"/>
          </a:xfrm>
          <a:prstGeom prst="straightConnector1">
            <a:avLst/>
          </a:prstGeom>
          <a:ln w="1714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E73BE5A-AB85-44BC-934A-A163F3834ABD}"/>
              </a:ext>
            </a:extLst>
          </p:cNvPr>
          <p:cNvSpPr>
            <a:spLocks noGrp="1"/>
          </p:cNvSpPr>
          <p:nvPr/>
        </p:nvSpPr>
        <p:spPr>
          <a:xfrm>
            <a:off x="10648950" y="1800225"/>
            <a:ext cx="3971925" cy="3124200"/>
          </a:xfrm>
          <a:prstGeom prst="roundRect">
            <a:avLst>
              <a:gd name="adj" fmla="val 3659"/>
            </a:avLst>
          </a:prstGeom>
          <a:noFill/>
          <a:ln w="14288">
            <a:solidFill>
              <a:srgbClr val="0D4F9B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6596D7-B614-48F8-9394-43EA613A80D7}"/>
              </a:ext>
            </a:extLst>
          </p:cNvPr>
          <p:cNvSpPr>
            <a:spLocks noGrp="1"/>
          </p:cNvSpPr>
          <p:nvPr/>
        </p:nvSpPr>
        <p:spPr>
          <a:xfrm>
            <a:off x="11068050" y="19526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Sample Save  (saves.txt)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39AB211-D9C5-475C-AB1D-B630ED7488D9}"/>
              </a:ext>
            </a:extLst>
          </p:cNvPr>
          <p:cNvSpPr>
            <a:spLocks noGrp="1"/>
          </p:cNvSpPr>
          <p:nvPr/>
        </p:nvSpPr>
        <p:spPr>
          <a:xfrm>
            <a:off x="10810875" y="2362200"/>
            <a:ext cx="3657600" cy="447675"/>
          </a:xfrm>
          <a:prstGeom prst="roundRect">
            <a:avLst>
              <a:gd name="adj" fmla="val 14894"/>
            </a:avLst>
          </a:prstGeom>
          <a:solidFill>
            <a:srgbClr val="F7F9FC"/>
          </a:solidFill>
          <a:ln w="12383">
            <a:solidFill>
              <a:srgbClr val="889EB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36AB50-1651-46B8-90B4-86B6DA1611EC}"/>
              </a:ext>
            </a:extLst>
          </p:cNvPr>
          <p:cNvSpPr>
            <a:spLocks noGrp="1"/>
          </p:cNvSpPr>
          <p:nvPr/>
        </p:nvSpPr>
        <p:spPr>
          <a:xfrm>
            <a:off x="10953750" y="24193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Player:     </a:t>
            </a:r>
            <a:r>
              <a:rPr lang="en-US" sz="1500" b="1" i="0" dirty="0">
                <a:solidFill>
                  <a:srgbClr val="082B55"/>
                </a:solidFill>
                <a:latin typeface="Arial"/>
                <a:ea typeface="Arial"/>
                <a:cs typeface="Arial"/>
              </a:rPr>
              <a:t>Michael</a:t>
            </a:r>
            <a:endParaRPr sz="1500" b="1" i="0" dirty="0">
              <a:solidFill>
                <a:srgbClr val="082B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51638D6-C5D3-4552-A7C5-1832B2816C05}"/>
              </a:ext>
            </a:extLst>
          </p:cNvPr>
          <p:cNvSpPr>
            <a:spLocks noGrp="1"/>
          </p:cNvSpPr>
          <p:nvPr/>
        </p:nvSpPr>
        <p:spPr>
          <a:xfrm>
            <a:off x="10810875" y="2990850"/>
            <a:ext cx="876300" cy="438150"/>
          </a:xfrm>
          <a:prstGeom prst="rect">
            <a:avLst/>
          </a:prstGeom>
          <a:solidFill>
            <a:srgbClr val="EFF5FD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6214E3-EC9F-49DF-B29F-CF241B28FA4C}"/>
              </a:ext>
            </a:extLst>
          </p:cNvPr>
          <p:cNvSpPr>
            <a:spLocks noGrp="1"/>
          </p:cNvSpPr>
          <p:nvPr/>
        </p:nvSpPr>
        <p:spPr>
          <a:xfrm>
            <a:off x="10829925" y="30194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65BDF7-3DF7-4CF1-8F75-9393B7B9A47B}"/>
              </a:ext>
            </a:extLst>
          </p:cNvPr>
          <p:cNvSpPr>
            <a:spLocks noGrp="1"/>
          </p:cNvSpPr>
          <p:nvPr/>
        </p:nvSpPr>
        <p:spPr>
          <a:xfrm>
            <a:off x="11687175" y="2990850"/>
            <a:ext cx="914400" cy="438150"/>
          </a:xfrm>
          <a:prstGeom prst="rect">
            <a:avLst/>
          </a:prstGeom>
          <a:solidFill>
            <a:srgbClr val="EFF5FD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1394676-E6A8-4A37-A3B6-209DD0998DDD}"/>
              </a:ext>
            </a:extLst>
          </p:cNvPr>
          <p:cNvSpPr>
            <a:spLocks noGrp="1"/>
          </p:cNvSpPr>
          <p:nvPr/>
        </p:nvSpPr>
        <p:spPr>
          <a:xfrm>
            <a:off x="11706225" y="30194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215DFC5-DF37-441A-88E3-3CE42A44A2F5}"/>
              </a:ext>
            </a:extLst>
          </p:cNvPr>
          <p:cNvSpPr>
            <a:spLocks noGrp="1"/>
          </p:cNvSpPr>
          <p:nvPr/>
        </p:nvSpPr>
        <p:spPr>
          <a:xfrm>
            <a:off x="12601575" y="2990850"/>
            <a:ext cx="742950" cy="438150"/>
          </a:xfrm>
          <a:prstGeom prst="rect">
            <a:avLst/>
          </a:prstGeom>
          <a:solidFill>
            <a:srgbClr val="EFF5FD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48A952C-C83F-4658-8BF2-C9BC48C77A80}"/>
              </a:ext>
            </a:extLst>
          </p:cNvPr>
          <p:cNvSpPr>
            <a:spLocks noGrp="1"/>
          </p:cNvSpPr>
          <p:nvPr/>
        </p:nvSpPr>
        <p:spPr>
          <a:xfrm>
            <a:off x="12620625" y="30194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F2E0131-500B-4911-9A31-1E23F118895D}"/>
              </a:ext>
            </a:extLst>
          </p:cNvPr>
          <p:cNvSpPr>
            <a:spLocks noGrp="1"/>
          </p:cNvSpPr>
          <p:nvPr/>
        </p:nvSpPr>
        <p:spPr>
          <a:xfrm>
            <a:off x="13344525" y="2990850"/>
            <a:ext cx="1104900" cy="438150"/>
          </a:xfrm>
          <a:prstGeom prst="rect">
            <a:avLst/>
          </a:prstGeom>
          <a:solidFill>
            <a:srgbClr val="EFF5FD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E198603-6165-4D0F-893D-FA02AC7A8DF2}"/>
              </a:ext>
            </a:extLst>
          </p:cNvPr>
          <p:cNvSpPr>
            <a:spLocks noGrp="1"/>
          </p:cNvSpPr>
          <p:nvPr/>
        </p:nvSpPr>
        <p:spPr>
          <a:xfrm>
            <a:off x="13363575" y="3019425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CurrentIndex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EB28E56-034D-4645-86DC-5486CE74F31A}"/>
              </a:ext>
            </a:extLst>
          </p:cNvPr>
          <p:cNvSpPr>
            <a:spLocks noGrp="1"/>
          </p:cNvSpPr>
          <p:nvPr/>
        </p:nvSpPr>
        <p:spPr>
          <a:xfrm>
            <a:off x="10810875" y="3429000"/>
            <a:ext cx="8763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A2033B9-6C0F-482D-8367-E39E6732E1E8}"/>
              </a:ext>
            </a:extLst>
          </p:cNvPr>
          <p:cNvSpPr>
            <a:spLocks noGrp="1"/>
          </p:cNvSpPr>
          <p:nvPr/>
        </p:nvSpPr>
        <p:spPr>
          <a:xfrm>
            <a:off x="10829925" y="345757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FE1EB9-8E03-4E4E-B9EE-4FEC2651CA32}"/>
              </a:ext>
            </a:extLst>
          </p:cNvPr>
          <p:cNvSpPr>
            <a:spLocks noGrp="1"/>
          </p:cNvSpPr>
          <p:nvPr/>
        </p:nvSpPr>
        <p:spPr>
          <a:xfrm>
            <a:off x="11687175" y="3429000"/>
            <a:ext cx="9144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1A6E70-D5C3-4498-9110-1C2C89B5EDF1}"/>
              </a:ext>
            </a:extLst>
          </p:cNvPr>
          <p:cNvSpPr>
            <a:spLocks noGrp="1"/>
          </p:cNvSpPr>
          <p:nvPr/>
        </p:nvSpPr>
        <p:spPr>
          <a:xfrm>
            <a:off x="11706225" y="345757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90</a:t>
            </a:r>
            <a:endParaRPr sz="1350" b="1" i="0" dirty="0">
              <a:solidFill>
                <a:srgbClr val="2D6B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6FA2EE1-6149-4E97-8A56-F3BF6DECA926}"/>
              </a:ext>
            </a:extLst>
          </p:cNvPr>
          <p:cNvSpPr>
            <a:spLocks noGrp="1"/>
          </p:cNvSpPr>
          <p:nvPr/>
        </p:nvSpPr>
        <p:spPr>
          <a:xfrm>
            <a:off x="12601575" y="3429000"/>
            <a:ext cx="74295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496F4C-2061-4740-8C94-0CF6C7744573}"/>
              </a:ext>
            </a:extLst>
          </p:cNvPr>
          <p:cNvSpPr>
            <a:spLocks noGrp="1"/>
          </p:cNvSpPr>
          <p:nvPr/>
        </p:nvSpPr>
        <p:spPr>
          <a:xfrm>
            <a:off x="12620625" y="345757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68BDAF5-1A26-4068-B380-9A52F461DDC0}"/>
              </a:ext>
            </a:extLst>
          </p:cNvPr>
          <p:cNvSpPr>
            <a:spLocks noGrp="1"/>
          </p:cNvSpPr>
          <p:nvPr/>
        </p:nvSpPr>
        <p:spPr>
          <a:xfrm>
            <a:off x="13344525" y="3429000"/>
            <a:ext cx="11049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8DC0DCC-88BD-4AF4-B4A8-63A40A9F3E6F}"/>
              </a:ext>
            </a:extLst>
          </p:cNvPr>
          <p:cNvSpPr>
            <a:spLocks noGrp="1"/>
          </p:cNvSpPr>
          <p:nvPr/>
        </p:nvSpPr>
        <p:spPr>
          <a:xfrm>
            <a:off x="13363575" y="3457575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A130029-17B6-4905-AB5A-0EC49C048683}"/>
              </a:ext>
            </a:extLst>
          </p:cNvPr>
          <p:cNvSpPr>
            <a:spLocks noGrp="1"/>
          </p:cNvSpPr>
          <p:nvPr/>
        </p:nvSpPr>
        <p:spPr>
          <a:xfrm>
            <a:off x="10810875" y="3867150"/>
            <a:ext cx="8763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E05DE2-A714-44A9-9C72-C1FB7DC5D941}"/>
              </a:ext>
            </a:extLst>
          </p:cNvPr>
          <p:cNvSpPr>
            <a:spLocks noGrp="1"/>
          </p:cNvSpPr>
          <p:nvPr/>
        </p:nvSpPr>
        <p:spPr>
          <a:xfrm>
            <a:off x="10829925" y="38957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1FBA79-0674-4445-B894-0DE75CBFCE7D}"/>
              </a:ext>
            </a:extLst>
          </p:cNvPr>
          <p:cNvSpPr>
            <a:spLocks noGrp="1"/>
          </p:cNvSpPr>
          <p:nvPr/>
        </p:nvSpPr>
        <p:spPr>
          <a:xfrm>
            <a:off x="11687175" y="3867150"/>
            <a:ext cx="9144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B3A0087-5E64-4E77-80AD-CD47012C6F85}"/>
              </a:ext>
            </a:extLst>
          </p:cNvPr>
          <p:cNvSpPr>
            <a:spLocks noGrp="1"/>
          </p:cNvSpPr>
          <p:nvPr/>
        </p:nvSpPr>
        <p:spPr>
          <a:xfrm>
            <a:off x="11706225" y="38957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A0342AD-5E7B-4852-ACF2-2146E110918B}"/>
              </a:ext>
            </a:extLst>
          </p:cNvPr>
          <p:cNvSpPr>
            <a:spLocks noGrp="1"/>
          </p:cNvSpPr>
          <p:nvPr/>
        </p:nvSpPr>
        <p:spPr>
          <a:xfrm>
            <a:off x="12601575" y="3867150"/>
            <a:ext cx="74295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0E345DD-D082-4FF3-8B9B-E859BC5673AC}"/>
              </a:ext>
            </a:extLst>
          </p:cNvPr>
          <p:cNvSpPr>
            <a:spLocks noGrp="1"/>
          </p:cNvSpPr>
          <p:nvPr/>
        </p:nvSpPr>
        <p:spPr>
          <a:xfrm>
            <a:off x="12620625" y="38957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DC13504-7B1C-49BD-AAE8-E022E57A11C1}"/>
              </a:ext>
            </a:extLst>
          </p:cNvPr>
          <p:cNvSpPr>
            <a:spLocks noGrp="1"/>
          </p:cNvSpPr>
          <p:nvPr/>
        </p:nvSpPr>
        <p:spPr>
          <a:xfrm>
            <a:off x="13344525" y="3867150"/>
            <a:ext cx="11049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D7E6269-6E9E-4659-9EE5-DA91283CFDA3}"/>
              </a:ext>
            </a:extLst>
          </p:cNvPr>
          <p:cNvSpPr>
            <a:spLocks noGrp="1"/>
          </p:cNvSpPr>
          <p:nvPr/>
        </p:nvSpPr>
        <p:spPr>
          <a:xfrm>
            <a:off x="13363575" y="3895725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FA64716-B70A-4A8C-B4CC-927451BADA4B}"/>
              </a:ext>
            </a:extLst>
          </p:cNvPr>
          <p:cNvSpPr>
            <a:spLocks noGrp="1"/>
          </p:cNvSpPr>
          <p:nvPr/>
        </p:nvSpPr>
        <p:spPr>
          <a:xfrm>
            <a:off x="10810875" y="4305300"/>
            <a:ext cx="8763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3D11FE-AB2D-4251-B712-D885ED7EEA3C}"/>
              </a:ext>
            </a:extLst>
          </p:cNvPr>
          <p:cNvSpPr>
            <a:spLocks noGrp="1"/>
          </p:cNvSpPr>
          <p:nvPr/>
        </p:nvSpPr>
        <p:spPr>
          <a:xfrm>
            <a:off x="10829925" y="433387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69F501D-F3AF-4D70-B906-C7B65F0ABA02}"/>
              </a:ext>
            </a:extLst>
          </p:cNvPr>
          <p:cNvSpPr>
            <a:spLocks noGrp="1"/>
          </p:cNvSpPr>
          <p:nvPr/>
        </p:nvSpPr>
        <p:spPr>
          <a:xfrm>
            <a:off x="11687175" y="4305300"/>
            <a:ext cx="9144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D06D08F-BFB0-43C5-AC26-E1E52EB7B686}"/>
              </a:ext>
            </a:extLst>
          </p:cNvPr>
          <p:cNvSpPr>
            <a:spLocks noGrp="1"/>
          </p:cNvSpPr>
          <p:nvPr/>
        </p:nvSpPr>
        <p:spPr>
          <a:xfrm>
            <a:off x="11706225" y="433387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C82C18"/>
                </a:solidFill>
                <a:latin typeface="Arial"/>
                <a:ea typeface="Arial"/>
                <a:cs typeface="Arial"/>
              </a:rPr>
              <a:t>120</a:t>
            </a:r>
            <a:endParaRPr sz="1350" b="1" i="0" dirty="0">
              <a:solidFill>
                <a:srgbClr val="C82C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0A7A6CD-CEC1-4931-A250-ADC6DE0C05FE}"/>
              </a:ext>
            </a:extLst>
          </p:cNvPr>
          <p:cNvSpPr>
            <a:spLocks noGrp="1"/>
          </p:cNvSpPr>
          <p:nvPr/>
        </p:nvSpPr>
        <p:spPr>
          <a:xfrm>
            <a:off x="12601575" y="4305300"/>
            <a:ext cx="74295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D41FA85-8F96-403F-8EA8-A5BD07EA42BF}"/>
              </a:ext>
            </a:extLst>
          </p:cNvPr>
          <p:cNvSpPr>
            <a:spLocks noGrp="1"/>
          </p:cNvSpPr>
          <p:nvPr/>
        </p:nvSpPr>
        <p:spPr>
          <a:xfrm>
            <a:off x="12620625" y="433387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F32DCF0-DFD6-4A87-AD89-BD69022B1A2B}"/>
              </a:ext>
            </a:extLst>
          </p:cNvPr>
          <p:cNvSpPr>
            <a:spLocks noGrp="1"/>
          </p:cNvSpPr>
          <p:nvPr/>
        </p:nvSpPr>
        <p:spPr>
          <a:xfrm>
            <a:off x="13344525" y="4305300"/>
            <a:ext cx="1104900" cy="438150"/>
          </a:xfrm>
          <a:prstGeom prst="rect">
            <a:avLst/>
          </a:prstGeom>
          <a:solidFill>
            <a:srgbClr val="FAFBFC"/>
          </a:solidFill>
          <a:ln w="9525">
            <a:solidFill>
              <a:srgbClr val="9BA9B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03DB41E-CADC-4A24-888A-A8497FD0240E}"/>
              </a:ext>
            </a:extLst>
          </p:cNvPr>
          <p:cNvSpPr>
            <a:spLocks noGrp="1"/>
          </p:cNvSpPr>
          <p:nvPr/>
        </p:nvSpPr>
        <p:spPr>
          <a:xfrm>
            <a:off x="13363575" y="4333875"/>
            <a:ext cx="1066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AE2B316-E686-4869-B912-7EF8EEA420B6}"/>
              </a:ext>
            </a:extLst>
          </p:cNvPr>
          <p:cNvSpPr>
            <a:spLocks noGrp="1"/>
          </p:cNvSpPr>
          <p:nvPr/>
        </p:nvSpPr>
        <p:spPr>
          <a:xfrm>
            <a:off x="10744200" y="5381625"/>
            <a:ext cx="304800" cy="30480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B5A59EB-B337-4DAA-B1E9-B8009C8703DC}"/>
              </a:ext>
            </a:extLst>
          </p:cNvPr>
          <p:cNvSpPr>
            <a:spLocks noGrp="1"/>
          </p:cNvSpPr>
          <p:nvPr/>
        </p:nvSpPr>
        <p:spPr>
          <a:xfrm>
            <a:off x="10753725" y="53721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7E33A54-BA6D-49DF-8531-C7884A1A1F78}"/>
              </a:ext>
            </a:extLst>
          </p:cNvPr>
          <p:cNvSpPr>
            <a:spLocks noGrp="1"/>
          </p:cNvSpPr>
          <p:nvPr/>
        </p:nvSpPr>
        <p:spPr>
          <a:xfrm>
            <a:off x="11201400" y="536257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one player name = one save slot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59FBF7B-4316-405F-B9BD-65214795E161}"/>
              </a:ext>
            </a:extLst>
          </p:cNvPr>
          <p:cNvSpPr>
            <a:spLocks noGrp="1"/>
          </p:cNvSpPr>
          <p:nvPr/>
        </p:nvSpPr>
        <p:spPr>
          <a:xfrm>
            <a:off x="10744200" y="5905500"/>
            <a:ext cx="304800" cy="30480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EA3E2B5-05F1-44D8-AFE7-036B4694C57F}"/>
              </a:ext>
            </a:extLst>
          </p:cNvPr>
          <p:cNvSpPr>
            <a:spLocks noGrp="1"/>
          </p:cNvSpPr>
          <p:nvPr/>
        </p:nvSpPr>
        <p:spPr>
          <a:xfrm>
            <a:off x="10753725" y="589597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B839DAC-8A5A-4CD0-9ADD-76BBD1E6EA69}"/>
              </a:ext>
            </a:extLst>
          </p:cNvPr>
          <p:cNvSpPr>
            <a:spLocks noGrp="1"/>
          </p:cNvSpPr>
          <p:nvPr/>
        </p:nvSpPr>
        <p:spPr>
          <a:xfrm>
            <a:off x="11201400" y="58864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each slot stores 3 difficulty modes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95F8B72-65ED-417F-9154-393BEC05F732}"/>
              </a:ext>
            </a:extLst>
          </p:cNvPr>
          <p:cNvSpPr>
            <a:spLocks noGrp="1"/>
          </p:cNvSpPr>
          <p:nvPr/>
        </p:nvSpPr>
        <p:spPr>
          <a:xfrm>
            <a:off x="10744200" y="6429375"/>
            <a:ext cx="304800" cy="30480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C66657E-05B9-4597-8A91-CE5A97B99C22}"/>
              </a:ext>
            </a:extLst>
          </p:cNvPr>
          <p:cNvSpPr>
            <a:spLocks noGrp="1"/>
          </p:cNvSpPr>
          <p:nvPr/>
        </p:nvSpPr>
        <p:spPr>
          <a:xfrm>
            <a:off x="10753725" y="64198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60CD1A1-469C-45EF-8451-BEDB3D02C27F}"/>
              </a:ext>
            </a:extLst>
          </p:cNvPr>
          <p:cNvSpPr>
            <a:spLocks noGrp="1"/>
          </p:cNvSpPr>
          <p:nvPr/>
        </p:nvSpPr>
        <p:spPr>
          <a:xfrm>
            <a:off x="11201400" y="6410325"/>
            <a:ext cx="35433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saving updates the latest progress,</a:t>
            </a:r>
          </a:p>
          <a:p>
            <a:pPr algn="l">
              <a:lnSpc>
                <a:spcPct val="102000"/>
              </a:lnSpc>
              <a:buNone/>
              <a:defRPr sz="14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not the best score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13A1EF5-6B2A-20CE-D5A0-561B80E9CA6D}"/>
              </a:ext>
            </a:extLst>
          </p:cNvPr>
          <p:cNvCxnSpPr>
            <a:cxnSpLocks/>
          </p:cNvCxnSpPr>
          <p:nvPr/>
        </p:nvCxnSpPr>
        <p:spPr>
          <a:xfrm flipH="1">
            <a:off x="750094" y="6496050"/>
            <a:ext cx="469106" cy="0"/>
          </a:xfrm>
          <a:prstGeom prst="straightConnector1">
            <a:avLst/>
          </a:prstGeom>
          <a:ln>
            <a:headEnd type="diamond" w="lg" len="lg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90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order-7">
            <a:extLst>
              <a:ext uri="{FF2B5EF4-FFF2-40B4-BE49-F238E27FC236}">
                <a16:creationId xmlns:a16="http://schemas.microsoft.com/office/drawing/2014/main" id="{E1769ECD-7F23-486F-9F2D-B3D3AA5C0D23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7">
            <a:extLst>
              <a:ext uri="{FF2B5EF4-FFF2-40B4-BE49-F238E27FC236}">
                <a16:creationId xmlns:a16="http://schemas.microsoft.com/office/drawing/2014/main" id="{C67E08E4-9D70-48A3-B4A1-AE6A8090880B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7163A-8D78-45D6-A905-849CA25CC8CA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Leaderboard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F34E2D-3699-4E26-A951-F61ACB2D8CC3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Best score per mode, stored in a hash map</a:t>
            </a:r>
          </a:p>
        </p:txBody>
      </p:sp>
      <p:sp>
        <p:nvSpPr>
          <p:cNvPr id="5" name="footer-7">
            <a:extLst>
              <a:ext uri="{FF2B5EF4-FFF2-40B4-BE49-F238E27FC236}">
                <a16:creationId xmlns:a16="http://schemas.microsoft.com/office/drawing/2014/main" id="{426F2ADF-6991-4FE1-B894-46D631A87F43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321B8E-0CDE-48E0-A453-BB3C9BA5F9AB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Slide 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7BAE28-9E6F-4C98-827E-7C6C9E840844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AED2C6-2882-4175-9944-5590F70DE485}"/>
              </a:ext>
            </a:extLst>
          </p:cNvPr>
          <p:cNvSpPr>
            <a:spLocks noGrp="1"/>
          </p:cNvSpPr>
          <p:nvPr/>
        </p:nvSpPr>
        <p:spPr>
          <a:xfrm>
            <a:off x="438150" y="1390650"/>
            <a:ext cx="3943350" cy="2552700"/>
          </a:xfrm>
          <a:prstGeom prst="roundRect">
            <a:avLst>
              <a:gd name="adj" fmla="val 4478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EE1C06-5AD4-49E9-96C4-F969F961EDA1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lnSpcReduction="1000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★   </a:t>
            </a:r>
            <a:r>
              <a:rPr sz="2400" b="1" i="0" dirty="0" err="1">
                <a:solidFill>
                  <a:srgbClr val="0D4F9B"/>
                </a:solidFill>
                <a:latin typeface="Arial"/>
                <a:ea typeface="Arial"/>
                <a:cs typeface="Arial"/>
              </a:rPr>
              <a:t>LeaderboardEntry</a:t>
            </a:r>
            <a:endParaRPr sz="2400" b="1" i="0" dirty="0">
              <a:solidFill>
                <a:srgbClr val="0D4F9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49AA58E-3EAD-4E2C-9CF1-8EC44C118390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367665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95F59-7442-4CDC-8E30-C1B435BCF885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36766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m_scores[3]     // [0]=Easy, [1]=Normal, [2]=Hard</a:t>
            </a:r>
          </a:p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m_lastOrder</a:t>
            </a:r>
          </a:p>
          <a:p>
            <a:endParaRPr sz="1200" b="0" i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 getScore(int mode) const</a:t>
            </a:r>
          </a:p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void  setScore(int mode, int score)</a:t>
            </a:r>
          </a:p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 getTotalScore() const</a:t>
            </a:r>
          </a:p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 getLastOrder() const</a:t>
            </a:r>
          </a:p>
          <a:p>
            <a:pPr algn="l">
              <a:lnSpc>
                <a:spcPct val="103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void  setLastOrder(int order)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B79EDB-38DF-4011-BD17-189CAEA4D33A}"/>
              </a:ext>
            </a:extLst>
          </p:cNvPr>
          <p:cNvSpPr>
            <a:spLocks noGrp="1"/>
          </p:cNvSpPr>
          <p:nvPr/>
        </p:nvSpPr>
        <p:spPr>
          <a:xfrm>
            <a:off x="5172075" y="1152525"/>
            <a:ext cx="5029200" cy="2505075"/>
          </a:xfrm>
          <a:prstGeom prst="roundRect">
            <a:avLst>
              <a:gd name="adj" fmla="val 456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A7D89A-689E-40EB-9990-58D068A6EE2B}"/>
              </a:ext>
            </a:extLst>
          </p:cNvPr>
          <p:cNvSpPr>
            <a:spLocks noGrp="1"/>
          </p:cNvSpPr>
          <p:nvPr/>
        </p:nvSpPr>
        <p:spPr>
          <a:xfrm>
            <a:off x="5286375" y="1228725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🏆  Leaderboard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9D7599E-DE04-43FD-80D0-73EC3FC3DE61}"/>
              </a:ext>
            </a:extLst>
          </p:cNvPr>
          <p:cNvSpPr>
            <a:spLocks noGrp="1"/>
          </p:cNvSpPr>
          <p:nvPr/>
        </p:nvSpPr>
        <p:spPr>
          <a:xfrm>
            <a:off x="5305425" y="1685925"/>
            <a:ext cx="4762500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7CC6B-AD1D-4100-A4DE-793191BA44DD}"/>
              </a:ext>
            </a:extLst>
          </p:cNvPr>
          <p:cNvSpPr>
            <a:spLocks noGrp="1"/>
          </p:cNvSpPr>
          <p:nvPr/>
        </p:nvSpPr>
        <p:spPr>
          <a:xfrm>
            <a:off x="5305425" y="1762125"/>
            <a:ext cx="4762500" cy="1800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unordered_map&lt;string, LeaderboardEntry&gt; m_entries</a:t>
            </a: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m_nextOrder      // incremented after each finished game</a:t>
            </a:r>
          </a:p>
          <a:p>
            <a:endParaRPr sz="1088" b="0" i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void  submitResult(const string&amp; name, int score, int mode)</a:t>
            </a: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void  saveToFile(const string&amp; filename) const</a:t>
            </a: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void  loadFromFile(const string&amp; filename)</a:t>
            </a: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   getCount() const</a:t>
            </a: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vector&lt;string&gt; getSortedNames() const</a:t>
            </a:r>
          </a:p>
          <a:p>
            <a:pPr algn="l">
              <a:lnSpc>
                <a:spcPct val="100000"/>
              </a:lnSpc>
              <a:buNone/>
              <a:defRPr sz="1088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const LeaderboardEntry* getEntry(const string&amp; name) const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A147A4-FB1F-48E9-B49C-625DE8B8EFA2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3314700" cy="704850"/>
          </a:xfrm>
          <a:prstGeom prst="roundRect">
            <a:avLst>
              <a:gd name="adj" fmla="val 13514"/>
            </a:avLst>
          </a:prstGeom>
          <a:noFill/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6F54FA-478C-4F11-BFC5-3AEA58D4F499}"/>
              </a:ext>
            </a:extLst>
          </p:cNvPr>
          <p:cNvSpPr>
            <a:spLocks noGrp="1"/>
          </p:cNvSpPr>
          <p:nvPr/>
        </p:nvSpPr>
        <p:spPr>
          <a:xfrm>
            <a:off x="1809750" y="4143375"/>
            <a:ext cx="85725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Modes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BE4CDF-FEDA-45D0-A402-76F4B75E6016}"/>
              </a:ext>
            </a:extLst>
          </p:cNvPr>
          <p:cNvSpPr>
            <a:spLocks noGrp="1"/>
          </p:cNvSpPr>
          <p:nvPr/>
        </p:nvSpPr>
        <p:spPr>
          <a:xfrm>
            <a:off x="876300" y="454342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1F8ED"/>
          </a:solidFill>
          <a:ln w="12383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0C3DBC-1DBE-442E-B983-5653C9A146CC}"/>
              </a:ext>
            </a:extLst>
          </p:cNvPr>
          <p:cNvSpPr>
            <a:spLocks noGrp="1"/>
          </p:cNvSpPr>
          <p:nvPr/>
        </p:nvSpPr>
        <p:spPr>
          <a:xfrm>
            <a:off x="876300" y="45434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36F027-5571-4956-BDA0-97E4F0E2E138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78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879D5C-E659-46E0-881E-AF736A0FFB20}"/>
              </a:ext>
            </a:extLst>
          </p:cNvPr>
          <p:cNvSpPr>
            <a:spLocks noGrp="1"/>
          </p:cNvSpPr>
          <p:nvPr/>
        </p:nvSpPr>
        <p:spPr>
          <a:xfrm>
            <a:off x="1895475" y="454342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5EE"/>
          </a:solidFill>
          <a:ln w="12383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1FB169-EEB0-4A2C-B939-84CC7576255D}"/>
              </a:ext>
            </a:extLst>
          </p:cNvPr>
          <p:cNvSpPr>
            <a:spLocks noGrp="1"/>
          </p:cNvSpPr>
          <p:nvPr/>
        </p:nvSpPr>
        <p:spPr>
          <a:xfrm>
            <a:off x="1895475" y="45434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DE41EC-AFAD-48C8-A794-119B642052AF}"/>
              </a:ext>
            </a:extLst>
          </p:cNvPr>
          <p:cNvSpPr>
            <a:spLocks noGrp="1"/>
          </p:cNvSpPr>
          <p:nvPr/>
        </p:nvSpPr>
        <p:spPr>
          <a:xfrm>
            <a:off x="2276475" y="4524375"/>
            <a:ext cx="78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0D57FE4-BB37-4314-A210-219FCF2E779E}"/>
              </a:ext>
            </a:extLst>
          </p:cNvPr>
          <p:cNvSpPr>
            <a:spLocks noGrp="1"/>
          </p:cNvSpPr>
          <p:nvPr/>
        </p:nvSpPr>
        <p:spPr>
          <a:xfrm>
            <a:off x="3048000" y="454342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3F1"/>
          </a:solidFill>
          <a:ln w="12383">
            <a:solidFill>
              <a:srgbClr val="C82C1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08BD01-CC24-4629-9C8C-DCEFAB5C4A40}"/>
              </a:ext>
            </a:extLst>
          </p:cNvPr>
          <p:cNvSpPr>
            <a:spLocks noGrp="1"/>
          </p:cNvSpPr>
          <p:nvPr/>
        </p:nvSpPr>
        <p:spPr>
          <a:xfrm>
            <a:off x="3048000" y="45434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614510-B362-4FA7-960B-D937C6957A10}"/>
              </a:ext>
            </a:extLst>
          </p:cNvPr>
          <p:cNvSpPr>
            <a:spLocks noGrp="1"/>
          </p:cNvSpPr>
          <p:nvPr/>
        </p:nvSpPr>
        <p:spPr>
          <a:xfrm>
            <a:off x="3429000" y="4524375"/>
            <a:ext cx="78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CA9139-9856-49C2-9CCE-280B2440FCB4}"/>
              </a:ext>
            </a:extLst>
          </p:cNvPr>
          <p:cNvSpPr>
            <a:spLocks noGrp="1"/>
          </p:cNvSpPr>
          <p:nvPr/>
        </p:nvSpPr>
        <p:spPr>
          <a:xfrm>
            <a:off x="5181600" y="37528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Map structure (unordered_map)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0E4257-943C-41FD-BB84-68140929D201}"/>
              </a:ext>
            </a:extLst>
          </p:cNvPr>
          <p:cNvSpPr>
            <a:spLocks noGrp="1"/>
          </p:cNvSpPr>
          <p:nvPr/>
        </p:nvSpPr>
        <p:spPr>
          <a:xfrm>
            <a:off x="5238750" y="40576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keys (string)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A77E7C-D91B-4D4D-826B-366C4CD0D501}"/>
              </a:ext>
            </a:extLst>
          </p:cNvPr>
          <p:cNvSpPr>
            <a:spLocks noGrp="1"/>
          </p:cNvSpPr>
          <p:nvPr/>
        </p:nvSpPr>
        <p:spPr>
          <a:xfrm>
            <a:off x="7105650" y="405765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values (LeaderboardEntry)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A4D7AA4-8A7A-4497-AB0B-1FFA69672AB9}"/>
              </a:ext>
            </a:extLst>
          </p:cNvPr>
          <p:cNvSpPr>
            <a:spLocks noGrp="1"/>
          </p:cNvSpPr>
          <p:nvPr/>
        </p:nvSpPr>
        <p:spPr>
          <a:xfrm>
            <a:off x="5238750" y="4286250"/>
            <a:ext cx="1219200" cy="323850"/>
          </a:xfrm>
          <a:prstGeom prst="roundRect">
            <a:avLst>
              <a:gd name="adj" fmla="val 14706"/>
            </a:avLst>
          </a:prstGeom>
          <a:solidFill>
            <a:srgbClr val="EFF5FD"/>
          </a:solidFill>
          <a:ln w="9525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E0862C-DF33-4C54-8F31-79B6B0CD47E5}"/>
              </a:ext>
            </a:extLst>
          </p:cNvPr>
          <p:cNvSpPr>
            <a:spLocks noGrp="1"/>
          </p:cNvSpPr>
          <p:nvPr/>
        </p:nvSpPr>
        <p:spPr>
          <a:xfrm>
            <a:off x="5276850" y="4305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Dana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E8560A1-7765-4090-97C1-9DAAEBC74E4E}"/>
              </a:ext>
            </a:extLst>
          </p:cNvPr>
          <p:cNvSpPr>
            <a:spLocks noGrp="1"/>
          </p:cNvSpPr>
          <p:nvPr/>
        </p:nvSpPr>
        <p:spPr>
          <a:xfrm>
            <a:off x="7181850" y="4286250"/>
            <a:ext cx="2609850" cy="323850"/>
          </a:xfrm>
          <a:prstGeom prst="roundRect">
            <a:avLst>
              <a:gd name="adj" fmla="val 14706"/>
            </a:avLst>
          </a:prstGeom>
          <a:solidFill>
            <a:srgbClr val="EFF5FD"/>
          </a:solidFill>
          <a:ln w="952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93AA21-72D9-490B-8AF1-5C876BB854C9}"/>
              </a:ext>
            </a:extLst>
          </p:cNvPr>
          <p:cNvSpPr>
            <a:spLocks noGrp="1"/>
          </p:cNvSpPr>
          <p:nvPr/>
        </p:nvSpPr>
        <p:spPr>
          <a:xfrm>
            <a:off x="7258050" y="43053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827" lnSpcReduction="10000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★  LeaderboardEntry     m_scores[3],  m_lastOrder</a:t>
            </a:r>
          </a:p>
        </p:txBody>
      </p:sp>
      <p:cxnSp>
        <p:nvCxnSpPr>
          <p:cNvPr id="179" name="Straight Arrow Connector 178"/>
          <p:cNvCxnSpPr>
            <a:stCxn id="30" idx="3"/>
            <a:endCxn id="32" idx="1"/>
          </p:cNvCxnSpPr>
          <p:nvPr/>
        </p:nvCxnSpPr>
        <p:spPr>
          <a:xfrm>
            <a:off x="6457950" y="4448175"/>
            <a:ext cx="723900" cy="0"/>
          </a:xfrm>
          <a:prstGeom prst="straightConnector1">
            <a:avLst/>
          </a:prstGeom>
          <a:ln w="1333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84B36E9-F757-4C9B-A43B-160BAB8C150D}"/>
              </a:ext>
            </a:extLst>
          </p:cNvPr>
          <p:cNvSpPr>
            <a:spLocks noGrp="1"/>
          </p:cNvSpPr>
          <p:nvPr/>
        </p:nvSpPr>
        <p:spPr>
          <a:xfrm>
            <a:off x="5238750" y="4686300"/>
            <a:ext cx="1219200" cy="323850"/>
          </a:xfrm>
          <a:prstGeom prst="roundRect">
            <a:avLst>
              <a:gd name="adj" fmla="val 14706"/>
            </a:avLst>
          </a:prstGeom>
          <a:solidFill>
            <a:srgbClr val="EFF5FD"/>
          </a:solidFill>
          <a:ln w="9525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CDA74B-35C3-4C14-AC41-CD621B03AEBA}"/>
              </a:ext>
            </a:extLst>
          </p:cNvPr>
          <p:cNvSpPr>
            <a:spLocks noGrp="1"/>
          </p:cNvSpPr>
          <p:nvPr/>
        </p:nvSpPr>
        <p:spPr>
          <a:xfrm>
            <a:off x="5276850" y="47053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Michael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1DA2F0C-1D81-48DC-B188-0947CEDC70C7}"/>
              </a:ext>
            </a:extLst>
          </p:cNvPr>
          <p:cNvSpPr>
            <a:spLocks noGrp="1"/>
          </p:cNvSpPr>
          <p:nvPr/>
        </p:nvSpPr>
        <p:spPr>
          <a:xfrm>
            <a:off x="7181850" y="4686300"/>
            <a:ext cx="2609850" cy="323850"/>
          </a:xfrm>
          <a:prstGeom prst="roundRect">
            <a:avLst>
              <a:gd name="adj" fmla="val 14706"/>
            </a:avLst>
          </a:prstGeom>
          <a:solidFill>
            <a:srgbClr val="EFF5FD"/>
          </a:solidFill>
          <a:ln w="952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C5E9D4-2F3B-434B-8154-457864DF9600}"/>
              </a:ext>
            </a:extLst>
          </p:cNvPr>
          <p:cNvSpPr>
            <a:spLocks noGrp="1"/>
          </p:cNvSpPr>
          <p:nvPr/>
        </p:nvSpPr>
        <p:spPr>
          <a:xfrm>
            <a:off x="7258050" y="47053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827" lnSpcReduction="10000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★  LeaderboardEntry     m_scores[3],  m_lastOrder</a:t>
            </a:r>
          </a:p>
        </p:txBody>
      </p:sp>
      <p:cxnSp>
        <p:nvCxnSpPr>
          <p:cNvPr id="184" name="Straight Arrow Connector 183"/>
          <p:cNvCxnSpPr>
            <a:stCxn id="35" idx="3"/>
            <a:endCxn id="37" idx="1"/>
          </p:cNvCxnSpPr>
          <p:nvPr/>
        </p:nvCxnSpPr>
        <p:spPr>
          <a:xfrm>
            <a:off x="6457950" y="4848225"/>
            <a:ext cx="723900" cy="0"/>
          </a:xfrm>
          <a:prstGeom prst="straightConnector1">
            <a:avLst/>
          </a:prstGeom>
          <a:ln w="1333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C7D9BD8-6E91-4363-A9F1-16FA22EE1FC8}"/>
              </a:ext>
            </a:extLst>
          </p:cNvPr>
          <p:cNvSpPr>
            <a:spLocks noGrp="1"/>
          </p:cNvSpPr>
          <p:nvPr/>
        </p:nvSpPr>
        <p:spPr>
          <a:xfrm>
            <a:off x="5238750" y="5086350"/>
            <a:ext cx="1219200" cy="323850"/>
          </a:xfrm>
          <a:prstGeom prst="roundRect">
            <a:avLst>
              <a:gd name="adj" fmla="val 14706"/>
            </a:avLst>
          </a:prstGeom>
          <a:solidFill>
            <a:srgbClr val="EFF5FD"/>
          </a:solidFill>
          <a:ln w="9525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727D8A-1D21-43CC-AD63-9B61729B4271}"/>
              </a:ext>
            </a:extLst>
          </p:cNvPr>
          <p:cNvSpPr>
            <a:spLocks noGrp="1"/>
          </p:cNvSpPr>
          <p:nvPr/>
        </p:nvSpPr>
        <p:spPr>
          <a:xfrm>
            <a:off x="5276850" y="51054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Yossi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6472E8A-1591-45DA-88C4-56FDD97CB528}"/>
              </a:ext>
            </a:extLst>
          </p:cNvPr>
          <p:cNvSpPr>
            <a:spLocks noGrp="1"/>
          </p:cNvSpPr>
          <p:nvPr/>
        </p:nvSpPr>
        <p:spPr>
          <a:xfrm>
            <a:off x="7181850" y="5086350"/>
            <a:ext cx="2609850" cy="323850"/>
          </a:xfrm>
          <a:prstGeom prst="roundRect">
            <a:avLst>
              <a:gd name="adj" fmla="val 14706"/>
            </a:avLst>
          </a:prstGeom>
          <a:solidFill>
            <a:srgbClr val="EFF5FD"/>
          </a:solidFill>
          <a:ln w="952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B2FF77-E2B4-41FD-93E1-604B90B5A3E0}"/>
              </a:ext>
            </a:extLst>
          </p:cNvPr>
          <p:cNvSpPr>
            <a:spLocks noGrp="1"/>
          </p:cNvSpPr>
          <p:nvPr/>
        </p:nvSpPr>
        <p:spPr>
          <a:xfrm>
            <a:off x="7258050" y="5105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827" lnSpcReduction="10000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★  LeaderboardEntry     m_scores[3],  m_lastOrder</a:t>
            </a:r>
          </a:p>
        </p:txBody>
      </p:sp>
      <p:cxnSp>
        <p:nvCxnSpPr>
          <p:cNvPr id="189" name="Straight Arrow Connector 188"/>
          <p:cNvCxnSpPr>
            <a:stCxn id="40" idx="3"/>
            <a:endCxn id="42" idx="1"/>
          </p:cNvCxnSpPr>
          <p:nvPr/>
        </p:nvCxnSpPr>
        <p:spPr>
          <a:xfrm>
            <a:off x="6457950" y="5248275"/>
            <a:ext cx="723900" cy="0"/>
          </a:xfrm>
          <a:prstGeom prst="straightConnector1">
            <a:avLst/>
          </a:prstGeom>
          <a:ln w="1333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4037269-8A2D-4F93-8043-B53E2B29AECD}"/>
              </a:ext>
            </a:extLst>
          </p:cNvPr>
          <p:cNvSpPr>
            <a:spLocks noGrp="1"/>
          </p:cNvSpPr>
          <p:nvPr/>
        </p:nvSpPr>
        <p:spPr>
          <a:xfrm>
            <a:off x="5572125" y="54768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91667" lnSpcReduction="1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787AB4-B907-4677-B853-A8C326902CC1}"/>
              </a:ext>
            </a:extLst>
          </p:cNvPr>
          <p:cNvSpPr>
            <a:spLocks noGrp="1"/>
          </p:cNvSpPr>
          <p:nvPr/>
        </p:nvSpPr>
        <p:spPr>
          <a:xfrm>
            <a:off x="8191500" y="54768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91667" lnSpcReduction="1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6CAE5E-DD36-4565-BA2A-EBFCA6E44EF4}"/>
              </a:ext>
            </a:extLst>
          </p:cNvPr>
          <p:cNvSpPr>
            <a:spLocks noGrp="1"/>
          </p:cNvSpPr>
          <p:nvPr/>
        </p:nvSpPr>
        <p:spPr>
          <a:xfrm>
            <a:off x="333375" y="5695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Ranking table (example)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F51B7F-8CE1-48AD-B6C0-934FDED273C4}"/>
              </a:ext>
            </a:extLst>
          </p:cNvPr>
          <p:cNvSpPr>
            <a:spLocks noGrp="1"/>
          </p:cNvSpPr>
          <p:nvPr/>
        </p:nvSpPr>
        <p:spPr>
          <a:xfrm>
            <a:off x="304800" y="6010275"/>
            <a:ext cx="1171575" cy="323850"/>
          </a:xfrm>
          <a:prstGeom prst="rect">
            <a:avLst/>
          </a:prstGeom>
          <a:solidFill>
            <a:srgbClr val="064274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4D334A-9FD8-483F-8837-FD20C607E5ED}"/>
              </a:ext>
            </a:extLst>
          </p:cNvPr>
          <p:cNvSpPr>
            <a:spLocks noGrp="1"/>
          </p:cNvSpPr>
          <p:nvPr/>
        </p:nvSpPr>
        <p:spPr>
          <a:xfrm>
            <a:off x="323850" y="6029325"/>
            <a:ext cx="1133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365ECD-8FB7-418E-9209-09D98370AC47}"/>
              </a:ext>
            </a:extLst>
          </p:cNvPr>
          <p:cNvSpPr>
            <a:spLocks noGrp="1"/>
          </p:cNvSpPr>
          <p:nvPr/>
        </p:nvSpPr>
        <p:spPr>
          <a:xfrm>
            <a:off x="1476375" y="6010275"/>
            <a:ext cx="952500" cy="323850"/>
          </a:xfrm>
          <a:prstGeom prst="rect">
            <a:avLst/>
          </a:prstGeom>
          <a:solidFill>
            <a:srgbClr val="064274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029AFE-96BE-464B-A904-7CE0C32263DF}"/>
              </a:ext>
            </a:extLst>
          </p:cNvPr>
          <p:cNvSpPr>
            <a:spLocks noGrp="1"/>
          </p:cNvSpPr>
          <p:nvPr/>
        </p:nvSpPr>
        <p:spPr>
          <a:xfrm>
            <a:off x="1495425" y="602932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96471B-EACA-494D-87B8-A69A88A7F7BC}"/>
              </a:ext>
            </a:extLst>
          </p:cNvPr>
          <p:cNvSpPr>
            <a:spLocks noGrp="1"/>
          </p:cNvSpPr>
          <p:nvPr/>
        </p:nvSpPr>
        <p:spPr>
          <a:xfrm>
            <a:off x="2428875" y="6010275"/>
            <a:ext cx="971550" cy="323850"/>
          </a:xfrm>
          <a:prstGeom prst="rect">
            <a:avLst/>
          </a:prstGeom>
          <a:solidFill>
            <a:srgbClr val="064274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52D9E0-DCB8-421E-BF71-83F2603F74D6}"/>
              </a:ext>
            </a:extLst>
          </p:cNvPr>
          <p:cNvSpPr>
            <a:spLocks noGrp="1"/>
          </p:cNvSpPr>
          <p:nvPr/>
        </p:nvSpPr>
        <p:spPr>
          <a:xfrm>
            <a:off x="2447925" y="60293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A099846-8D8F-411B-948D-5972D90706F6}"/>
              </a:ext>
            </a:extLst>
          </p:cNvPr>
          <p:cNvSpPr>
            <a:spLocks noGrp="1"/>
          </p:cNvSpPr>
          <p:nvPr/>
        </p:nvSpPr>
        <p:spPr>
          <a:xfrm>
            <a:off x="3400425" y="6010275"/>
            <a:ext cx="971550" cy="323850"/>
          </a:xfrm>
          <a:prstGeom prst="rect">
            <a:avLst/>
          </a:prstGeom>
          <a:solidFill>
            <a:srgbClr val="064274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965B20E-CCBB-4061-B161-D228ECD97185}"/>
              </a:ext>
            </a:extLst>
          </p:cNvPr>
          <p:cNvSpPr>
            <a:spLocks noGrp="1"/>
          </p:cNvSpPr>
          <p:nvPr/>
        </p:nvSpPr>
        <p:spPr>
          <a:xfrm>
            <a:off x="3419475" y="60293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5A43D2A-6D01-4622-82C9-F6117397277F}"/>
              </a:ext>
            </a:extLst>
          </p:cNvPr>
          <p:cNvSpPr>
            <a:spLocks noGrp="1"/>
          </p:cNvSpPr>
          <p:nvPr/>
        </p:nvSpPr>
        <p:spPr>
          <a:xfrm>
            <a:off x="4371975" y="6010275"/>
            <a:ext cx="933450" cy="323850"/>
          </a:xfrm>
          <a:prstGeom prst="rect">
            <a:avLst/>
          </a:prstGeom>
          <a:solidFill>
            <a:srgbClr val="064274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664BE4-AE33-408B-A7A2-9F7EA7E4EBD1}"/>
              </a:ext>
            </a:extLst>
          </p:cNvPr>
          <p:cNvSpPr>
            <a:spLocks noGrp="1"/>
          </p:cNvSpPr>
          <p:nvPr/>
        </p:nvSpPr>
        <p:spPr>
          <a:xfrm>
            <a:off x="4391025" y="6029325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F03183-11E2-4841-9A17-3744EAC86717}"/>
              </a:ext>
            </a:extLst>
          </p:cNvPr>
          <p:cNvSpPr>
            <a:spLocks noGrp="1"/>
          </p:cNvSpPr>
          <p:nvPr/>
        </p:nvSpPr>
        <p:spPr>
          <a:xfrm>
            <a:off x="304800" y="6334125"/>
            <a:ext cx="117157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B07B09-D7DE-4BC8-A38C-8F102BD86E27}"/>
              </a:ext>
            </a:extLst>
          </p:cNvPr>
          <p:cNvSpPr>
            <a:spLocks noGrp="1"/>
          </p:cNvSpPr>
          <p:nvPr/>
        </p:nvSpPr>
        <p:spPr>
          <a:xfrm>
            <a:off x="323850" y="6353175"/>
            <a:ext cx="1133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Dana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C031D8-CAC2-4754-A363-175B688B95A4}"/>
              </a:ext>
            </a:extLst>
          </p:cNvPr>
          <p:cNvSpPr>
            <a:spLocks noGrp="1"/>
          </p:cNvSpPr>
          <p:nvPr/>
        </p:nvSpPr>
        <p:spPr>
          <a:xfrm>
            <a:off x="1476375" y="6334125"/>
            <a:ext cx="952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917B6D3-A6B6-438E-B7E5-6476B4D7E780}"/>
              </a:ext>
            </a:extLst>
          </p:cNvPr>
          <p:cNvSpPr>
            <a:spLocks noGrp="1"/>
          </p:cNvSpPr>
          <p:nvPr/>
        </p:nvSpPr>
        <p:spPr>
          <a:xfrm>
            <a:off x="1495425" y="635317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2,450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411F5B-9306-43C5-9E53-90C4949296FD}"/>
              </a:ext>
            </a:extLst>
          </p:cNvPr>
          <p:cNvSpPr>
            <a:spLocks noGrp="1"/>
          </p:cNvSpPr>
          <p:nvPr/>
        </p:nvSpPr>
        <p:spPr>
          <a:xfrm>
            <a:off x="2428875" y="633412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92978-DAC0-47A6-A4C6-F2AC1B13A9C0}"/>
              </a:ext>
            </a:extLst>
          </p:cNvPr>
          <p:cNvSpPr>
            <a:spLocks noGrp="1"/>
          </p:cNvSpPr>
          <p:nvPr/>
        </p:nvSpPr>
        <p:spPr>
          <a:xfrm>
            <a:off x="2447925" y="635317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3,120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68C1D7-06B2-4DAB-ADA6-8CC075B601F9}"/>
              </a:ext>
            </a:extLst>
          </p:cNvPr>
          <p:cNvSpPr>
            <a:spLocks noGrp="1"/>
          </p:cNvSpPr>
          <p:nvPr/>
        </p:nvSpPr>
        <p:spPr>
          <a:xfrm>
            <a:off x="3400425" y="633412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0F5FD6E-0158-4885-841F-8721CAD8C1A8}"/>
              </a:ext>
            </a:extLst>
          </p:cNvPr>
          <p:cNvSpPr>
            <a:spLocks noGrp="1"/>
          </p:cNvSpPr>
          <p:nvPr/>
        </p:nvSpPr>
        <p:spPr>
          <a:xfrm>
            <a:off x="3419475" y="635317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4,050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24B3C5-35FF-4A12-9F22-4CF25AD19AD4}"/>
              </a:ext>
            </a:extLst>
          </p:cNvPr>
          <p:cNvSpPr>
            <a:spLocks noGrp="1"/>
          </p:cNvSpPr>
          <p:nvPr/>
        </p:nvSpPr>
        <p:spPr>
          <a:xfrm>
            <a:off x="4371975" y="6334125"/>
            <a:ext cx="9334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9987331-AF05-47FA-B676-AE161A7668FF}"/>
              </a:ext>
            </a:extLst>
          </p:cNvPr>
          <p:cNvSpPr>
            <a:spLocks noGrp="1"/>
          </p:cNvSpPr>
          <p:nvPr/>
        </p:nvSpPr>
        <p:spPr>
          <a:xfrm>
            <a:off x="4391025" y="6353175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9,620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85EC820-2674-4730-A253-46B078A9462B}"/>
              </a:ext>
            </a:extLst>
          </p:cNvPr>
          <p:cNvSpPr>
            <a:spLocks noGrp="1"/>
          </p:cNvSpPr>
          <p:nvPr/>
        </p:nvSpPr>
        <p:spPr>
          <a:xfrm>
            <a:off x="304800" y="6657975"/>
            <a:ext cx="117157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84181CC-96FC-4334-B4AE-F3C3FCE1DD50}"/>
              </a:ext>
            </a:extLst>
          </p:cNvPr>
          <p:cNvSpPr>
            <a:spLocks noGrp="1"/>
          </p:cNvSpPr>
          <p:nvPr/>
        </p:nvSpPr>
        <p:spPr>
          <a:xfrm>
            <a:off x="323850" y="6677025"/>
            <a:ext cx="1133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Michael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060D174-BA37-4C98-B442-719315E6F64C}"/>
              </a:ext>
            </a:extLst>
          </p:cNvPr>
          <p:cNvSpPr>
            <a:spLocks noGrp="1"/>
          </p:cNvSpPr>
          <p:nvPr/>
        </p:nvSpPr>
        <p:spPr>
          <a:xfrm>
            <a:off x="1476375" y="6657975"/>
            <a:ext cx="952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F5A7197-1C65-4732-8126-C1CE21509B52}"/>
              </a:ext>
            </a:extLst>
          </p:cNvPr>
          <p:cNvSpPr>
            <a:spLocks noGrp="1"/>
          </p:cNvSpPr>
          <p:nvPr/>
        </p:nvSpPr>
        <p:spPr>
          <a:xfrm>
            <a:off x="1495425" y="667702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2,100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25546E-2D40-493B-9EBE-A56EC0F865D1}"/>
              </a:ext>
            </a:extLst>
          </p:cNvPr>
          <p:cNvSpPr>
            <a:spLocks noGrp="1"/>
          </p:cNvSpPr>
          <p:nvPr/>
        </p:nvSpPr>
        <p:spPr>
          <a:xfrm>
            <a:off x="2428875" y="665797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170ACA-A380-4F50-9DC7-D1C1A041439D}"/>
              </a:ext>
            </a:extLst>
          </p:cNvPr>
          <p:cNvSpPr>
            <a:spLocks noGrp="1"/>
          </p:cNvSpPr>
          <p:nvPr/>
        </p:nvSpPr>
        <p:spPr>
          <a:xfrm>
            <a:off x="2447925" y="66770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2,950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D27D283-F97F-456C-A9FF-79B34363C534}"/>
              </a:ext>
            </a:extLst>
          </p:cNvPr>
          <p:cNvSpPr>
            <a:spLocks noGrp="1"/>
          </p:cNvSpPr>
          <p:nvPr/>
        </p:nvSpPr>
        <p:spPr>
          <a:xfrm>
            <a:off x="3400425" y="665797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323A44-646B-4839-8160-8D27BAC715B9}"/>
              </a:ext>
            </a:extLst>
          </p:cNvPr>
          <p:cNvSpPr>
            <a:spLocks noGrp="1"/>
          </p:cNvSpPr>
          <p:nvPr/>
        </p:nvSpPr>
        <p:spPr>
          <a:xfrm>
            <a:off x="3419475" y="66770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3,500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11B25C8-0C18-40D2-ABCE-9C18E0BDE059}"/>
              </a:ext>
            </a:extLst>
          </p:cNvPr>
          <p:cNvSpPr>
            <a:spLocks noGrp="1"/>
          </p:cNvSpPr>
          <p:nvPr/>
        </p:nvSpPr>
        <p:spPr>
          <a:xfrm>
            <a:off x="4371975" y="6657975"/>
            <a:ext cx="9334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0FDCF6F-4535-4BA6-84FA-CF539A632E5E}"/>
              </a:ext>
            </a:extLst>
          </p:cNvPr>
          <p:cNvSpPr>
            <a:spLocks noGrp="1"/>
          </p:cNvSpPr>
          <p:nvPr/>
        </p:nvSpPr>
        <p:spPr>
          <a:xfrm>
            <a:off x="4391025" y="6677025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8,550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D696ADD-E045-4255-870C-54112B31B39B}"/>
              </a:ext>
            </a:extLst>
          </p:cNvPr>
          <p:cNvSpPr>
            <a:spLocks noGrp="1"/>
          </p:cNvSpPr>
          <p:nvPr/>
        </p:nvSpPr>
        <p:spPr>
          <a:xfrm>
            <a:off x="304800" y="6981825"/>
            <a:ext cx="117157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A8255C2-C01E-47C4-AC28-AC48FA4E8468}"/>
              </a:ext>
            </a:extLst>
          </p:cNvPr>
          <p:cNvSpPr>
            <a:spLocks noGrp="1"/>
          </p:cNvSpPr>
          <p:nvPr/>
        </p:nvSpPr>
        <p:spPr>
          <a:xfrm>
            <a:off x="323850" y="7000875"/>
            <a:ext cx="1133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Yossi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8426B3F-BE7F-4CBC-ACB8-87D2313F74B3}"/>
              </a:ext>
            </a:extLst>
          </p:cNvPr>
          <p:cNvSpPr>
            <a:spLocks noGrp="1"/>
          </p:cNvSpPr>
          <p:nvPr/>
        </p:nvSpPr>
        <p:spPr>
          <a:xfrm>
            <a:off x="1476375" y="6981825"/>
            <a:ext cx="952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E9E7BC1-2533-4CAC-856B-83212B0950E5}"/>
              </a:ext>
            </a:extLst>
          </p:cNvPr>
          <p:cNvSpPr>
            <a:spLocks noGrp="1"/>
          </p:cNvSpPr>
          <p:nvPr/>
        </p:nvSpPr>
        <p:spPr>
          <a:xfrm>
            <a:off x="1495425" y="700087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1,800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1D83848-F6AD-4A87-8AF5-24AAB42A87B2}"/>
              </a:ext>
            </a:extLst>
          </p:cNvPr>
          <p:cNvSpPr>
            <a:spLocks noGrp="1"/>
          </p:cNvSpPr>
          <p:nvPr/>
        </p:nvSpPr>
        <p:spPr>
          <a:xfrm>
            <a:off x="2428875" y="698182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FDEF292-AEAC-4100-A525-C950EE168B9F}"/>
              </a:ext>
            </a:extLst>
          </p:cNvPr>
          <p:cNvSpPr>
            <a:spLocks noGrp="1"/>
          </p:cNvSpPr>
          <p:nvPr/>
        </p:nvSpPr>
        <p:spPr>
          <a:xfrm>
            <a:off x="2447925" y="700087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2,400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258AF3B-7AD9-46F2-AED9-7E13E232C215}"/>
              </a:ext>
            </a:extLst>
          </p:cNvPr>
          <p:cNvSpPr>
            <a:spLocks noGrp="1"/>
          </p:cNvSpPr>
          <p:nvPr/>
        </p:nvSpPr>
        <p:spPr>
          <a:xfrm>
            <a:off x="3400425" y="698182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9BA69F8-BF11-4699-8299-746E915A181E}"/>
              </a:ext>
            </a:extLst>
          </p:cNvPr>
          <p:cNvSpPr>
            <a:spLocks noGrp="1"/>
          </p:cNvSpPr>
          <p:nvPr/>
        </p:nvSpPr>
        <p:spPr>
          <a:xfrm>
            <a:off x="3419475" y="700087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2,700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17A519A-080D-4729-969A-1434FF0E8088}"/>
              </a:ext>
            </a:extLst>
          </p:cNvPr>
          <p:cNvSpPr>
            <a:spLocks noGrp="1"/>
          </p:cNvSpPr>
          <p:nvPr/>
        </p:nvSpPr>
        <p:spPr>
          <a:xfrm>
            <a:off x="4371975" y="6981825"/>
            <a:ext cx="9334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97C5CD9-8722-457F-9BB6-D1F2A3C0A3C7}"/>
              </a:ext>
            </a:extLst>
          </p:cNvPr>
          <p:cNvSpPr>
            <a:spLocks noGrp="1"/>
          </p:cNvSpPr>
          <p:nvPr/>
        </p:nvSpPr>
        <p:spPr>
          <a:xfrm>
            <a:off x="4391025" y="7000875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6,900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471A643-1DEB-445B-B301-5F425D99D7FF}"/>
              </a:ext>
            </a:extLst>
          </p:cNvPr>
          <p:cNvSpPr>
            <a:spLocks noGrp="1"/>
          </p:cNvSpPr>
          <p:nvPr/>
        </p:nvSpPr>
        <p:spPr>
          <a:xfrm>
            <a:off x="304800" y="7305675"/>
            <a:ext cx="1171575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41EDC68-E15D-4EAD-B837-92CF246674E3}"/>
              </a:ext>
            </a:extLst>
          </p:cNvPr>
          <p:cNvSpPr>
            <a:spLocks noGrp="1"/>
          </p:cNvSpPr>
          <p:nvPr/>
        </p:nvSpPr>
        <p:spPr>
          <a:xfrm>
            <a:off x="323850" y="7324725"/>
            <a:ext cx="1133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Ava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9090B9C-A461-4278-AE41-15FC347D3998}"/>
              </a:ext>
            </a:extLst>
          </p:cNvPr>
          <p:cNvSpPr>
            <a:spLocks noGrp="1"/>
          </p:cNvSpPr>
          <p:nvPr/>
        </p:nvSpPr>
        <p:spPr>
          <a:xfrm>
            <a:off x="1476375" y="7305675"/>
            <a:ext cx="95250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B47A275-7C33-4C87-A340-D6F1179F9FE8}"/>
              </a:ext>
            </a:extLst>
          </p:cNvPr>
          <p:cNvSpPr>
            <a:spLocks noGrp="1"/>
          </p:cNvSpPr>
          <p:nvPr/>
        </p:nvSpPr>
        <p:spPr>
          <a:xfrm>
            <a:off x="1495425" y="7324725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1,600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3895A1-3CFC-4E02-8A1E-DF06771FF585}"/>
              </a:ext>
            </a:extLst>
          </p:cNvPr>
          <p:cNvSpPr>
            <a:spLocks noGrp="1"/>
          </p:cNvSpPr>
          <p:nvPr/>
        </p:nvSpPr>
        <p:spPr>
          <a:xfrm>
            <a:off x="2428875" y="730567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C0073BB-42CA-434A-BA67-68B5668AE1F0}"/>
              </a:ext>
            </a:extLst>
          </p:cNvPr>
          <p:cNvSpPr>
            <a:spLocks noGrp="1"/>
          </p:cNvSpPr>
          <p:nvPr/>
        </p:nvSpPr>
        <p:spPr>
          <a:xfrm>
            <a:off x="2447925" y="73247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2,200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1F2E0EE-CB7B-4882-A929-E4B505C443FF}"/>
              </a:ext>
            </a:extLst>
          </p:cNvPr>
          <p:cNvSpPr>
            <a:spLocks noGrp="1"/>
          </p:cNvSpPr>
          <p:nvPr/>
        </p:nvSpPr>
        <p:spPr>
          <a:xfrm>
            <a:off x="3400425" y="7305675"/>
            <a:ext cx="9715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5E0FA2B-661B-4BD1-8A1B-7CB56E0AB7D3}"/>
              </a:ext>
            </a:extLst>
          </p:cNvPr>
          <p:cNvSpPr>
            <a:spLocks noGrp="1"/>
          </p:cNvSpPr>
          <p:nvPr/>
        </p:nvSpPr>
        <p:spPr>
          <a:xfrm>
            <a:off x="3419475" y="73247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2,300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0856461-4B2F-4318-A56B-8985B47A5B5C}"/>
              </a:ext>
            </a:extLst>
          </p:cNvPr>
          <p:cNvSpPr>
            <a:spLocks noGrp="1"/>
          </p:cNvSpPr>
          <p:nvPr/>
        </p:nvSpPr>
        <p:spPr>
          <a:xfrm>
            <a:off x="4371975" y="7305675"/>
            <a:ext cx="9334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AAB3B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363EBE3-F899-45DF-B373-FA82270E936A}"/>
              </a:ext>
            </a:extLst>
          </p:cNvPr>
          <p:cNvSpPr>
            <a:spLocks noGrp="1"/>
          </p:cNvSpPr>
          <p:nvPr/>
        </p:nvSpPr>
        <p:spPr>
          <a:xfrm>
            <a:off x="4391025" y="7324725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1905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6,100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7F6A725-1D61-4677-8D66-BAB9100D2681}"/>
              </a:ext>
            </a:extLst>
          </p:cNvPr>
          <p:cNvSpPr>
            <a:spLocks noGrp="1"/>
          </p:cNvSpPr>
          <p:nvPr/>
        </p:nvSpPr>
        <p:spPr>
          <a:xfrm>
            <a:off x="5581650" y="5810250"/>
            <a:ext cx="4581525" cy="1905000"/>
          </a:xfrm>
          <a:prstGeom prst="roundRect">
            <a:avLst>
              <a:gd name="adj" fmla="val 6000"/>
            </a:avLst>
          </a:prstGeom>
          <a:noFill/>
          <a:ln w="12383">
            <a:solidFill>
              <a:srgbClr val="0D4F9B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E181E52-43A3-4CEF-A9C6-81B75BF62F41}"/>
              </a:ext>
            </a:extLst>
          </p:cNvPr>
          <p:cNvSpPr>
            <a:spLocks noGrp="1"/>
          </p:cNvSpPr>
          <p:nvPr/>
        </p:nvSpPr>
        <p:spPr>
          <a:xfrm>
            <a:off x="6953250" y="5695950"/>
            <a:ext cx="2000250" cy="2762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getSortedNames()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06F615D-2398-465A-895A-ED9F63A67174}"/>
              </a:ext>
            </a:extLst>
          </p:cNvPr>
          <p:cNvSpPr>
            <a:spLocks noGrp="1"/>
          </p:cNvSpPr>
          <p:nvPr/>
        </p:nvSpPr>
        <p:spPr>
          <a:xfrm>
            <a:off x="6524625" y="5981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Vector of names sorted for ranking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5592C06-E2FE-4A1E-8BBD-45342647CCE2}"/>
              </a:ext>
            </a:extLst>
          </p:cNvPr>
          <p:cNvSpPr>
            <a:spLocks noGrp="1"/>
          </p:cNvSpPr>
          <p:nvPr/>
        </p:nvSpPr>
        <p:spPr>
          <a:xfrm>
            <a:off x="5810250" y="63436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Unordered map keys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8776A0C-0B47-40FB-99EA-FF94EC24AC61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1333500" cy="2286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7620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D2A1309-300C-499F-8E47-5AF230FBA2FB}"/>
              </a:ext>
            </a:extLst>
          </p:cNvPr>
          <p:cNvSpPr>
            <a:spLocks noGrp="1"/>
          </p:cNvSpPr>
          <p:nvPr/>
        </p:nvSpPr>
        <p:spPr>
          <a:xfrm>
            <a:off x="5829300" y="65913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Dana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A2046E6F-18A2-4662-B5F8-5A19FD238222}"/>
              </a:ext>
            </a:extLst>
          </p:cNvPr>
          <p:cNvSpPr>
            <a:spLocks noGrp="1"/>
          </p:cNvSpPr>
          <p:nvPr/>
        </p:nvSpPr>
        <p:spPr>
          <a:xfrm>
            <a:off x="5810250" y="6838950"/>
            <a:ext cx="1333500" cy="2286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7620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5AFC5AD-0586-44DF-8B8E-AF94FAEC1EAC}"/>
              </a:ext>
            </a:extLst>
          </p:cNvPr>
          <p:cNvSpPr>
            <a:spLocks noGrp="1"/>
          </p:cNvSpPr>
          <p:nvPr/>
        </p:nvSpPr>
        <p:spPr>
          <a:xfrm>
            <a:off x="5829300" y="68389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Michael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8BC13B17-A2E3-4F8B-86D0-7885334E1121}"/>
              </a:ext>
            </a:extLst>
          </p:cNvPr>
          <p:cNvSpPr>
            <a:spLocks noGrp="1"/>
          </p:cNvSpPr>
          <p:nvPr/>
        </p:nvSpPr>
        <p:spPr>
          <a:xfrm>
            <a:off x="5810250" y="7086600"/>
            <a:ext cx="1333500" cy="2286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7620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9C8397C-9D79-4A63-96BF-E4D279C2C273}"/>
              </a:ext>
            </a:extLst>
          </p:cNvPr>
          <p:cNvSpPr>
            <a:spLocks noGrp="1"/>
          </p:cNvSpPr>
          <p:nvPr/>
        </p:nvSpPr>
        <p:spPr>
          <a:xfrm>
            <a:off x="5829300" y="70866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Yossi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EE331272-57C7-4919-9AB7-2F81B502FF7E}"/>
              </a:ext>
            </a:extLst>
          </p:cNvPr>
          <p:cNvSpPr>
            <a:spLocks noGrp="1"/>
          </p:cNvSpPr>
          <p:nvPr/>
        </p:nvSpPr>
        <p:spPr>
          <a:xfrm>
            <a:off x="5810250" y="7334250"/>
            <a:ext cx="1333500" cy="2286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7620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E2A556-6684-4110-A80B-D16A468D695F}"/>
              </a:ext>
            </a:extLst>
          </p:cNvPr>
          <p:cNvSpPr>
            <a:spLocks noGrp="1"/>
          </p:cNvSpPr>
          <p:nvPr/>
        </p:nvSpPr>
        <p:spPr>
          <a:xfrm>
            <a:off x="5829300" y="73342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Ava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9538819-5AD7-4489-85A8-F36C4CD5C5BC}"/>
              </a:ext>
            </a:extLst>
          </p:cNvPr>
          <p:cNvSpPr>
            <a:spLocks noGrp="1"/>
          </p:cNvSpPr>
          <p:nvPr/>
        </p:nvSpPr>
        <p:spPr>
          <a:xfrm>
            <a:off x="5810250" y="7581900"/>
            <a:ext cx="1333500" cy="2286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7620">
            <a:solidFill>
              <a:srgbClr val="7EA5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02267EC-3491-4E5F-BFC2-DCA66050CC36}"/>
              </a:ext>
            </a:extLst>
          </p:cNvPr>
          <p:cNvSpPr>
            <a:spLocks noGrp="1"/>
          </p:cNvSpPr>
          <p:nvPr/>
        </p:nvSpPr>
        <p:spPr>
          <a:xfrm>
            <a:off x="5829300" y="75819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2920794-DA6A-4EFB-A2A9-57F528EE6835}"/>
              </a:ext>
            </a:extLst>
          </p:cNvPr>
          <p:cNvSpPr>
            <a:spLocks noGrp="1"/>
          </p:cNvSpPr>
          <p:nvPr/>
        </p:nvSpPr>
        <p:spPr>
          <a:xfrm>
            <a:off x="7181850" y="6657975"/>
            <a:ext cx="154305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Sort by:</a:t>
            </a:r>
          </a:p>
          <a:p>
            <a:pPr algn="ctr">
              <a:lnSpc>
                <a:spcPct val="104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 Total score (desc)</a:t>
            </a:r>
          </a:p>
          <a:p>
            <a:pPr algn="ctr">
              <a:lnSpc>
                <a:spcPct val="104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 </a:t>
            </a:r>
            <a:r>
              <a:rPr sz="1050" b="1" i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lastOrder</a:t>
            </a:r>
            <a:r>
              <a:rPr sz="10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(desc)</a:t>
            </a:r>
          </a:p>
          <a:p>
            <a:pPr algn="ctr">
              <a:lnSpc>
                <a:spcPct val="104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   (most recent first)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B2A2053-5A67-41BC-A5B5-E7977C26579C}"/>
              </a:ext>
            </a:extLst>
          </p:cNvPr>
          <p:cNvSpPr>
            <a:spLocks noGrp="1"/>
          </p:cNvSpPr>
          <p:nvPr/>
        </p:nvSpPr>
        <p:spPr>
          <a:xfrm>
            <a:off x="8686800" y="63436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87368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Sorted vector&lt;string&gt;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780CFEBD-0BAD-491E-8605-76285E3B6EF3}"/>
              </a:ext>
            </a:extLst>
          </p:cNvPr>
          <p:cNvSpPr>
            <a:spLocks noGrp="1"/>
          </p:cNvSpPr>
          <p:nvPr/>
        </p:nvSpPr>
        <p:spPr>
          <a:xfrm>
            <a:off x="8715375" y="6591300"/>
            <a:ext cx="1238250" cy="228600"/>
          </a:xfrm>
          <a:prstGeom prst="roundRect">
            <a:avLst>
              <a:gd name="adj" fmla="val 20833"/>
            </a:avLst>
          </a:prstGeom>
          <a:solidFill>
            <a:srgbClr val="F1F8ED"/>
          </a:solidFill>
          <a:ln w="7620">
            <a:solidFill>
              <a:srgbClr val="90AF8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DDB9B8F-FD44-4A84-BC15-1A677ECA1E82}"/>
              </a:ext>
            </a:extLst>
          </p:cNvPr>
          <p:cNvSpPr>
            <a:spLocks noGrp="1"/>
          </p:cNvSpPr>
          <p:nvPr/>
        </p:nvSpPr>
        <p:spPr>
          <a:xfrm>
            <a:off x="8734425" y="65913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Dana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E204A19D-F9D5-47D6-8A3A-DC90443A544F}"/>
              </a:ext>
            </a:extLst>
          </p:cNvPr>
          <p:cNvSpPr>
            <a:spLocks noGrp="1"/>
          </p:cNvSpPr>
          <p:nvPr/>
        </p:nvSpPr>
        <p:spPr>
          <a:xfrm>
            <a:off x="8715375" y="6838950"/>
            <a:ext cx="1238250" cy="228600"/>
          </a:xfrm>
          <a:prstGeom prst="roundRect">
            <a:avLst>
              <a:gd name="adj" fmla="val 20833"/>
            </a:avLst>
          </a:prstGeom>
          <a:solidFill>
            <a:srgbClr val="F1F8ED"/>
          </a:solidFill>
          <a:ln w="7620">
            <a:solidFill>
              <a:srgbClr val="90AF8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5670D1C-C59B-4F2C-927F-204A605609DB}"/>
              </a:ext>
            </a:extLst>
          </p:cNvPr>
          <p:cNvSpPr>
            <a:spLocks noGrp="1"/>
          </p:cNvSpPr>
          <p:nvPr/>
        </p:nvSpPr>
        <p:spPr>
          <a:xfrm>
            <a:off x="8734425" y="683895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Michael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CA477DE6-3AC0-4F8F-A275-44077493B3AA}"/>
              </a:ext>
            </a:extLst>
          </p:cNvPr>
          <p:cNvSpPr>
            <a:spLocks noGrp="1"/>
          </p:cNvSpPr>
          <p:nvPr/>
        </p:nvSpPr>
        <p:spPr>
          <a:xfrm>
            <a:off x="8715375" y="7086600"/>
            <a:ext cx="1238250" cy="228600"/>
          </a:xfrm>
          <a:prstGeom prst="roundRect">
            <a:avLst>
              <a:gd name="adj" fmla="val 20833"/>
            </a:avLst>
          </a:prstGeom>
          <a:solidFill>
            <a:srgbClr val="F1F8ED"/>
          </a:solidFill>
          <a:ln w="7620">
            <a:solidFill>
              <a:srgbClr val="90AF8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C91D39B-959B-4BA2-B400-0553AC6771C0}"/>
              </a:ext>
            </a:extLst>
          </p:cNvPr>
          <p:cNvSpPr>
            <a:spLocks noGrp="1"/>
          </p:cNvSpPr>
          <p:nvPr/>
        </p:nvSpPr>
        <p:spPr>
          <a:xfrm>
            <a:off x="8734425" y="70866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Yossi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AEE959C-27CC-46F0-8C9F-F7A3421CE951}"/>
              </a:ext>
            </a:extLst>
          </p:cNvPr>
          <p:cNvSpPr>
            <a:spLocks noGrp="1"/>
          </p:cNvSpPr>
          <p:nvPr/>
        </p:nvSpPr>
        <p:spPr>
          <a:xfrm>
            <a:off x="8715375" y="7334250"/>
            <a:ext cx="1238250" cy="228600"/>
          </a:xfrm>
          <a:prstGeom prst="roundRect">
            <a:avLst>
              <a:gd name="adj" fmla="val 20833"/>
            </a:avLst>
          </a:prstGeom>
          <a:solidFill>
            <a:srgbClr val="F1F8ED"/>
          </a:solidFill>
          <a:ln w="7620">
            <a:solidFill>
              <a:srgbClr val="90AF8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356F9F3-3CCD-4C34-96A2-0CEF44EB5B3D}"/>
              </a:ext>
            </a:extLst>
          </p:cNvPr>
          <p:cNvSpPr>
            <a:spLocks noGrp="1"/>
          </p:cNvSpPr>
          <p:nvPr/>
        </p:nvSpPr>
        <p:spPr>
          <a:xfrm>
            <a:off x="8734425" y="733425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Ava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B1F04F-75DF-48F3-A488-330C33615F08}"/>
              </a:ext>
            </a:extLst>
          </p:cNvPr>
          <p:cNvSpPr>
            <a:spLocks noGrp="1"/>
          </p:cNvSpPr>
          <p:nvPr/>
        </p:nvSpPr>
        <p:spPr>
          <a:xfrm>
            <a:off x="8715375" y="7581900"/>
            <a:ext cx="1238250" cy="228600"/>
          </a:xfrm>
          <a:prstGeom prst="roundRect">
            <a:avLst>
              <a:gd name="adj" fmla="val 20833"/>
            </a:avLst>
          </a:prstGeom>
          <a:solidFill>
            <a:srgbClr val="F1F8ED"/>
          </a:solidFill>
          <a:ln w="7620">
            <a:solidFill>
              <a:srgbClr val="90AF8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00964DA-F4C2-4F5A-B7E0-BCA0CFA99C0C}"/>
              </a:ext>
            </a:extLst>
          </p:cNvPr>
          <p:cNvSpPr>
            <a:spLocks noGrp="1"/>
          </p:cNvSpPr>
          <p:nvPr/>
        </p:nvSpPr>
        <p:spPr>
          <a:xfrm>
            <a:off x="8734425" y="7581900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D2237BDA-80E5-4507-AADA-A38B77ABE472}"/>
              </a:ext>
            </a:extLst>
          </p:cNvPr>
          <p:cNvSpPr>
            <a:spLocks noGrp="1"/>
          </p:cNvSpPr>
          <p:nvPr/>
        </p:nvSpPr>
        <p:spPr>
          <a:xfrm>
            <a:off x="11163300" y="1171575"/>
            <a:ext cx="3400425" cy="733425"/>
          </a:xfrm>
          <a:prstGeom prst="roundRect">
            <a:avLst>
              <a:gd name="adj" fmla="val 12987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E1FBE2A-4905-4991-8709-D2D1B04CBD8A}"/>
              </a:ext>
            </a:extLst>
          </p:cNvPr>
          <p:cNvSpPr>
            <a:spLocks noGrp="1"/>
          </p:cNvSpPr>
          <p:nvPr/>
        </p:nvSpPr>
        <p:spPr>
          <a:xfrm>
            <a:off x="11277600" y="1219200"/>
            <a:ext cx="4572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🎮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8AA35BF-55BF-4ADE-9AD2-FD19D29BDA69}"/>
              </a:ext>
            </a:extLst>
          </p:cNvPr>
          <p:cNvSpPr>
            <a:spLocks noGrp="1"/>
          </p:cNvSpPr>
          <p:nvPr/>
        </p:nvSpPr>
        <p:spPr>
          <a:xfrm>
            <a:off x="11715750" y="1219200"/>
            <a:ext cx="2733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Finished game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Player completes a game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79B16E3-FEA9-4ACC-BC8D-5CA5E79AFEDC}"/>
              </a:ext>
            </a:extLst>
          </p:cNvPr>
          <p:cNvSpPr>
            <a:spLocks noGrp="1"/>
          </p:cNvSpPr>
          <p:nvPr/>
        </p:nvSpPr>
        <p:spPr>
          <a:xfrm>
            <a:off x="11163300" y="2200275"/>
            <a:ext cx="3400425" cy="733425"/>
          </a:xfrm>
          <a:prstGeom prst="roundRect">
            <a:avLst>
              <a:gd name="adj" fmla="val 12987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39F3205-A804-4F07-BBEA-3DE751F83371}"/>
              </a:ext>
            </a:extLst>
          </p:cNvPr>
          <p:cNvSpPr>
            <a:spLocks noGrp="1"/>
          </p:cNvSpPr>
          <p:nvPr/>
        </p:nvSpPr>
        <p:spPr>
          <a:xfrm>
            <a:off x="11239500" y="2190750"/>
            <a:ext cx="4572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32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CB902B8-73D5-4E79-9294-C7AB6653F45A}"/>
              </a:ext>
            </a:extLst>
          </p:cNvPr>
          <p:cNvSpPr>
            <a:spLocks noGrp="1"/>
          </p:cNvSpPr>
          <p:nvPr/>
        </p:nvSpPr>
        <p:spPr>
          <a:xfrm>
            <a:off x="11715750" y="2247900"/>
            <a:ext cx="27336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77222" lnSpcReduction="2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submitResult(name, score, mode)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Called with player name, score, and mode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669EEE0E-14E5-4AC6-BB6D-6E0EA4853D54}"/>
              </a:ext>
            </a:extLst>
          </p:cNvPr>
          <p:cNvSpPr>
            <a:spLocks noGrp="1"/>
          </p:cNvSpPr>
          <p:nvPr/>
        </p:nvSpPr>
        <p:spPr>
          <a:xfrm>
            <a:off x="11163300" y="3238500"/>
            <a:ext cx="3400425" cy="895350"/>
          </a:xfrm>
          <a:prstGeom prst="roundRect">
            <a:avLst>
              <a:gd name="adj" fmla="val 10638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5C0A18C-5429-40AA-8C02-DDB1DBDF0368}"/>
              </a:ext>
            </a:extLst>
          </p:cNvPr>
          <p:cNvSpPr>
            <a:spLocks noGrp="1"/>
          </p:cNvSpPr>
          <p:nvPr/>
        </p:nvSpPr>
        <p:spPr>
          <a:xfrm>
            <a:off x="11277600" y="3286125"/>
            <a:ext cx="457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lang="he-IL" sz="2250" b="1" i="0" dirty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📊</a:t>
            </a:r>
            <a:endParaRPr sz="2250" b="1" i="0" dirty="0">
              <a:solidFill>
                <a:srgbClr val="0D4F9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ED65F69-A0BC-4A15-B9CA-97E693D23D89}"/>
              </a:ext>
            </a:extLst>
          </p:cNvPr>
          <p:cNvSpPr>
            <a:spLocks noGrp="1"/>
          </p:cNvSpPr>
          <p:nvPr/>
        </p:nvSpPr>
        <p:spPr>
          <a:xfrm>
            <a:off x="11715750" y="3286125"/>
            <a:ext cx="2733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3517" lnSpcReduction="1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Keep better score for that mode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Update m_scores[mode] only if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new score is higher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CA53D4FD-680A-41C3-A3F8-E90FA53A9710}"/>
              </a:ext>
            </a:extLst>
          </p:cNvPr>
          <p:cNvSpPr>
            <a:spLocks noGrp="1"/>
          </p:cNvSpPr>
          <p:nvPr/>
        </p:nvSpPr>
        <p:spPr>
          <a:xfrm>
            <a:off x="11163300" y="4438650"/>
            <a:ext cx="3400425" cy="714375"/>
          </a:xfrm>
          <a:prstGeom prst="roundRect">
            <a:avLst>
              <a:gd name="adj" fmla="val 13333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CB627D5-EE68-48A8-AAFA-D2D5E171B00A}"/>
              </a:ext>
            </a:extLst>
          </p:cNvPr>
          <p:cNvSpPr>
            <a:spLocks noGrp="1"/>
          </p:cNvSpPr>
          <p:nvPr/>
        </p:nvSpPr>
        <p:spPr>
          <a:xfrm>
            <a:off x="11277600" y="4486275"/>
            <a:ext cx="457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225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⌚</a:t>
            </a:r>
            <a:endParaRPr sz="225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37C8253-B513-4299-99A3-A0D5E6F57829}"/>
              </a:ext>
            </a:extLst>
          </p:cNvPr>
          <p:cNvSpPr>
            <a:spLocks noGrp="1"/>
          </p:cNvSpPr>
          <p:nvPr/>
        </p:nvSpPr>
        <p:spPr>
          <a:xfrm>
            <a:off x="11715750" y="4486275"/>
            <a:ext cx="27336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9444" lnSpcReduction="1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Update lastOrder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Set entry.m_lastOrder = m_nextOrder++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C2707F3-45B2-4BBE-992E-067C5D3E8F3A}"/>
              </a:ext>
            </a:extLst>
          </p:cNvPr>
          <p:cNvSpPr>
            <a:spLocks noGrp="1"/>
          </p:cNvSpPr>
          <p:nvPr/>
        </p:nvSpPr>
        <p:spPr>
          <a:xfrm>
            <a:off x="11163300" y="5467350"/>
            <a:ext cx="3400425" cy="723900"/>
          </a:xfrm>
          <a:prstGeom prst="roundRect">
            <a:avLst>
              <a:gd name="adj" fmla="val 13158"/>
            </a:avLst>
          </a:prstGeom>
          <a:solidFill>
            <a:srgbClr val="FFF5EE"/>
          </a:solidFill>
          <a:ln w="17145">
            <a:solidFill>
              <a:srgbClr val="C82C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014AB78-D4E4-417B-8129-0CD6340E1918}"/>
              </a:ext>
            </a:extLst>
          </p:cNvPr>
          <p:cNvSpPr>
            <a:spLocks noGrp="1"/>
          </p:cNvSpPr>
          <p:nvPr/>
        </p:nvSpPr>
        <p:spPr>
          <a:xfrm>
            <a:off x="11277600" y="5514975"/>
            <a:ext cx="45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lang="he-IL" sz="2250" b="1" dirty="0"/>
              <a:t>💾</a:t>
            </a:r>
            <a:endParaRPr sz="2250" b="1" i="0" dirty="0">
              <a:solidFill>
                <a:srgbClr val="C82C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313EC1D-55EF-46D8-9371-D443E5B06149}"/>
              </a:ext>
            </a:extLst>
          </p:cNvPr>
          <p:cNvSpPr>
            <a:spLocks noGrp="1"/>
          </p:cNvSpPr>
          <p:nvPr/>
        </p:nvSpPr>
        <p:spPr>
          <a:xfrm>
            <a:off x="11715750" y="5514975"/>
            <a:ext cx="27336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saveToFile(leaderboard.txt)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Persist leaderboard to disk</a:t>
            </a:r>
          </a:p>
        </p:txBody>
      </p:sp>
      <p:cxnSp>
        <p:nvCxnSpPr>
          <p:cNvPr id="284" name="Straight Arrow Connector 283"/>
          <p:cNvCxnSpPr>
            <a:stCxn id="124" idx="2"/>
            <a:endCxn id="127" idx="0"/>
          </p:cNvCxnSpPr>
          <p:nvPr/>
        </p:nvCxnSpPr>
        <p:spPr>
          <a:xfrm>
            <a:off x="12863513" y="1905000"/>
            <a:ext cx="0" cy="295275"/>
          </a:xfrm>
          <a:prstGeom prst="straightConnector1">
            <a:avLst/>
          </a:prstGeom>
          <a:ln w="1619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285" name="Straight Arrow Connector 284"/>
          <p:cNvCxnSpPr>
            <a:stCxn id="127" idx="2"/>
            <a:endCxn id="130" idx="0"/>
          </p:cNvCxnSpPr>
          <p:nvPr/>
        </p:nvCxnSpPr>
        <p:spPr>
          <a:xfrm>
            <a:off x="12863513" y="2933700"/>
            <a:ext cx="0" cy="304800"/>
          </a:xfrm>
          <a:prstGeom prst="straightConnector1">
            <a:avLst/>
          </a:prstGeom>
          <a:ln w="1619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286" name="Straight Arrow Connector 285"/>
          <p:cNvCxnSpPr>
            <a:stCxn id="130" idx="2"/>
            <a:endCxn id="133" idx="0"/>
          </p:cNvCxnSpPr>
          <p:nvPr/>
        </p:nvCxnSpPr>
        <p:spPr>
          <a:xfrm>
            <a:off x="12863513" y="4133850"/>
            <a:ext cx="0" cy="304800"/>
          </a:xfrm>
          <a:prstGeom prst="straightConnector1">
            <a:avLst/>
          </a:prstGeom>
          <a:ln w="1619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287" name="Straight Arrow Connector 286"/>
          <p:cNvCxnSpPr>
            <a:stCxn id="133" idx="2"/>
            <a:endCxn id="136" idx="0"/>
          </p:cNvCxnSpPr>
          <p:nvPr/>
        </p:nvCxnSpPr>
        <p:spPr>
          <a:xfrm>
            <a:off x="12863513" y="5153025"/>
            <a:ext cx="0" cy="314325"/>
          </a:xfrm>
          <a:prstGeom prst="straightConnector1">
            <a:avLst/>
          </a:prstGeom>
          <a:ln w="1619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68363029-2CD5-4C21-A6E0-AC3CD74BCA68}"/>
              </a:ext>
            </a:extLst>
          </p:cNvPr>
          <p:cNvSpPr>
            <a:spLocks noGrp="1"/>
          </p:cNvSpPr>
          <p:nvPr/>
        </p:nvSpPr>
        <p:spPr>
          <a:xfrm>
            <a:off x="10648950" y="6553200"/>
            <a:ext cx="4181475" cy="1057275"/>
          </a:xfrm>
          <a:prstGeom prst="roundRect">
            <a:avLst>
              <a:gd name="adj" fmla="val 10811"/>
            </a:avLst>
          </a:prstGeom>
          <a:solidFill>
            <a:srgbClr val="FFF9E9"/>
          </a:solidFill>
          <a:ln w="11430">
            <a:solidFill>
              <a:srgbClr val="D58A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7CF936-F15D-4077-B712-415667533976}"/>
              </a:ext>
            </a:extLst>
          </p:cNvPr>
          <p:cNvSpPr>
            <a:spLocks noGrp="1"/>
          </p:cNvSpPr>
          <p:nvPr/>
        </p:nvSpPr>
        <p:spPr>
          <a:xfrm>
            <a:off x="10829925" y="670560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D58A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D58A00"/>
                </a:solidFill>
                <a:latin typeface="Arial"/>
                <a:ea typeface="Arial"/>
                <a:cs typeface="Arial"/>
              </a:rPr>
              <a:t>💡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426C41F-E37D-442B-B9B9-D966D6DFE463}"/>
              </a:ext>
            </a:extLst>
          </p:cNvPr>
          <p:cNvSpPr>
            <a:spLocks noGrp="1"/>
          </p:cNvSpPr>
          <p:nvPr/>
        </p:nvSpPr>
        <p:spPr>
          <a:xfrm>
            <a:off x="11306175" y="6686550"/>
            <a:ext cx="328612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Rows are sorted by total score,</a:t>
            </a:r>
          </a:p>
          <a:p>
            <a:pPr algn="l">
              <a:lnSpc>
                <a:spcPct val="102000"/>
              </a:lnSpc>
              <a:buNone/>
              <a:defRPr sz="12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ties broken by most recent play order.</a:t>
            </a:r>
          </a:p>
          <a:p>
            <a:endParaRPr sz="1200" b="1" i="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2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(Higher lastOrder = more recent).</a:t>
            </a:r>
          </a:p>
        </p:txBody>
      </p:sp>
    </p:spTree>
    <p:extLst>
      <p:ext uri="{BB962C8B-B14F-4D97-AF65-F5344CB8AC3E}">
        <p14:creationId xmlns:p14="http://schemas.microsoft.com/office/powerpoint/2010/main" val="180140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rder-8">
            <a:extLst>
              <a:ext uri="{FF2B5EF4-FFF2-40B4-BE49-F238E27FC236}">
                <a16:creationId xmlns:a16="http://schemas.microsoft.com/office/drawing/2014/main" id="{CA5BBA1F-82E3-4F23-AB97-AE7BD12052A9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8">
            <a:extLst>
              <a:ext uri="{FF2B5EF4-FFF2-40B4-BE49-F238E27FC236}">
                <a16:creationId xmlns:a16="http://schemas.microsoft.com/office/drawing/2014/main" id="{D70F63CC-8263-4C88-97D3-DA5C184D808F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AA5CE3-AA53-439E-AA43-0623356B526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ConsoleUI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86C70-27FF-46B6-A8B7-76B95474F2BA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 dirty="0">
                <a:solidFill>
                  <a:srgbClr val="344B70"/>
                </a:solidFill>
                <a:latin typeface="Arial"/>
                <a:ea typeface="Arial"/>
                <a:cs typeface="Arial"/>
              </a:rPr>
              <a:t>All user input and output is isolated here</a:t>
            </a:r>
          </a:p>
        </p:txBody>
      </p:sp>
      <p:sp>
        <p:nvSpPr>
          <p:cNvPr id="5" name="footer-8">
            <a:extLst>
              <a:ext uri="{FF2B5EF4-FFF2-40B4-BE49-F238E27FC236}">
                <a16:creationId xmlns:a16="http://schemas.microsoft.com/office/drawing/2014/main" id="{7E362AD0-BFAE-4140-AB01-03E08EBC3D13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26F664-B62A-40E2-BD47-BCA6F3CAB0D3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DE97C8-1576-4900-B2FB-780FE9309FFE}"/>
              </a:ext>
            </a:extLst>
          </p:cNvPr>
          <p:cNvSpPr>
            <a:spLocks noGrp="1"/>
          </p:cNvSpPr>
          <p:nvPr/>
        </p:nvSpPr>
        <p:spPr>
          <a:xfrm>
            <a:off x="171450" y="1438275"/>
            <a:ext cx="4476750" cy="5362575"/>
          </a:xfrm>
          <a:prstGeom prst="roundRect">
            <a:avLst>
              <a:gd name="adj" fmla="val 2553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C1C02D-E30B-4D24-8A9A-A913C821DA7E}"/>
              </a:ext>
            </a:extLst>
          </p:cNvPr>
          <p:cNvSpPr>
            <a:spLocks noGrp="1"/>
          </p:cNvSpPr>
          <p:nvPr/>
        </p:nvSpPr>
        <p:spPr>
          <a:xfrm>
            <a:off x="285750" y="1514475"/>
            <a:ext cx="424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lnSpcReduction="10000"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en-US" sz="24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💻</a:t>
            </a:r>
            <a:r>
              <a:rPr sz="24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</a:t>
            </a:r>
            <a:r>
              <a:rPr sz="2400" b="1" i="0" dirty="0" err="1">
                <a:solidFill>
                  <a:srgbClr val="633199"/>
                </a:solidFill>
                <a:latin typeface="Arial"/>
                <a:ea typeface="Arial"/>
                <a:cs typeface="Arial"/>
              </a:rPr>
              <a:t>ConsoleUI</a:t>
            </a:r>
            <a:endParaRPr sz="2400" b="1" i="0" dirty="0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1A77300-400B-4AE0-AE61-C11481498D01}"/>
              </a:ext>
            </a:extLst>
          </p:cNvPr>
          <p:cNvSpPr>
            <a:spLocks noGrp="1"/>
          </p:cNvSpPr>
          <p:nvPr/>
        </p:nvSpPr>
        <p:spPr>
          <a:xfrm>
            <a:off x="304800" y="2143125"/>
            <a:ext cx="421005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68158E-CDF5-49C1-841A-78FF0CA0DDC2}"/>
              </a:ext>
            </a:extLst>
          </p:cNvPr>
          <p:cNvSpPr>
            <a:spLocks noGrp="1"/>
          </p:cNvSpPr>
          <p:nvPr/>
        </p:nvSpPr>
        <p:spPr>
          <a:xfrm>
            <a:off x="304800" y="2295525"/>
            <a:ext cx="4210050" cy="441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readInt(): int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difficultyName(int): string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showMainMenu():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askDifficulty(): int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showQuestion(q: Question, index: int):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askAnswerOrCommand(): string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showAnswerResult(correct: bool, correctAnswer: string):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showStatus(p: Player, index: int):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showGameOver(p: Player):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showSaveSlots(slots: vector&lt;SaveSlot&gt;):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askSavesAction(): char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askSaveNumber(): int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askContinueOrNew(): char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askSaveNameNotTaken(): string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showMessage(msg: string): void</a:t>
            </a:r>
          </a:p>
          <a:p>
            <a:pPr algn="l">
              <a:lnSpc>
                <a:spcPct val="103000"/>
              </a:lnSpc>
              <a:buNone/>
              <a:defRPr sz="1163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+ showError(msg: string): void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04274B-216D-4291-B594-404F9BBBCE3D}"/>
              </a:ext>
            </a:extLst>
          </p:cNvPr>
          <p:cNvSpPr>
            <a:spLocks noGrp="1"/>
          </p:cNvSpPr>
          <p:nvPr/>
        </p:nvSpPr>
        <p:spPr>
          <a:xfrm>
            <a:off x="5391150" y="1657350"/>
            <a:ext cx="1981200" cy="704850"/>
          </a:xfrm>
          <a:prstGeom prst="roundRect">
            <a:avLst>
              <a:gd name="adj" fmla="val 13514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14636-FA80-4092-B188-ECEB37D2635E}"/>
              </a:ext>
            </a:extLst>
          </p:cNvPr>
          <p:cNvSpPr>
            <a:spLocks noGrp="1"/>
          </p:cNvSpPr>
          <p:nvPr/>
        </p:nvSpPr>
        <p:spPr>
          <a:xfrm>
            <a:off x="5505450" y="1704975"/>
            <a:ext cx="45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♟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17CA4-C1D7-4499-B08A-06408F5E9BFC}"/>
              </a:ext>
            </a:extLst>
          </p:cNvPr>
          <p:cNvSpPr>
            <a:spLocks noGrp="1"/>
          </p:cNvSpPr>
          <p:nvPr/>
        </p:nvSpPr>
        <p:spPr>
          <a:xfrm>
            <a:off x="5943600" y="1704975"/>
            <a:ext cx="1314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764CA1-5B87-4057-B8E8-3FD15BC3827F}"/>
              </a:ext>
            </a:extLst>
          </p:cNvPr>
          <p:cNvSpPr>
            <a:spLocks noGrp="1"/>
          </p:cNvSpPr>
          <p:nvPr/>
        </p:nvSpPr>
        <p:spPr>
          <a:xfrm>
            <a:off x="5076825" y="3476625"/>
            <a:ext cx="2238375" cy="866775"/>
          </a:xfrm>
          <a:prstGeom prst="roundRect">
            <a:avLst>
              <a:gd name="adj" fmla="val 10989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08C5FB-FD1C-4E92-87AE-09C271BD250E}"/>
              </a:ext>
            </a:extLst>
          </p:cNvPr>
          <p:cNvSpPr>
            <a:spLocks noGrp="1"/>
          </p:cNvSpPr>
          <p:nvPr/>
        </p:nvSpPr>
        <p:spPr>
          <a:xfrm>
            <a:off x="5191125" y="3524250"/>
            <a:ext cx="4572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💻</a:t>
            </a:r>
            <a:endParaRPr sz="2250" b="1" i="0" dirty="0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E3250B-67AD-47D7-8248-4245A6693B35}"/>
              </a:ext>
            </a:extLst>
          </p:cNvPr>
          <p:cNvSpPr>
            <a:spLocks noGrp="1"/>
          </p:cNvSpPr>
          <p:nvPr/>
        </p:nvSpPr>
        <p:spPr>
          <a:xfrm>
            <a:off x="5629275" y="3524250"/>
            <a:ext cx="15716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ConsoleUI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10D67E-C281-44DE-9D1B-92F9921F4C00}"/>
              </a:ext>
            </a:extLst>
          </p:cNvPr>
          <p:cNvSpPr>
            <a:spLocks noGrp="1"/>
          </p:cNvSpPr>
          <p:nvPr/>
        </p:nvSpPr>
        <p:spPr>
          <a:xfrm>
            <a:off x="5076825" y="5467350"/>
            <a:ext cx="2286000" cy="714375"/>
          </a:xfrm>
          <a:prstGeom prst="roundRect">
            <a:avLst>
              <a:gd name="adj" fmla="val 1333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61A85-5338-4BAB-846F-D5276646EB05}"/>
              </a:ext>
            </a:extLst>
          </p:cNvPr>
          <p:cNvSpPr>
            <a:spLocks noGrp="1"/>
          </p:cNvSpPr>
          <p:nvPr/>
        </p:nvSpPr>
        <p:spPr>
          <a:xfrm>
            <a:off x="5191125" y="5514975"/>
            <a:ext cx="457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B5B1C0-67D2-430C-900F-610347F36D46}"/>
              </a:ext>
            </a:extLst>
          </p:cNvPr>
          <p:cNvSpPr>
            <a:spLocks noGrp="1"/>
          </p:cNvSpPr>
          <p:nvPr/>
        </p:nvSpPr>
        <p:spPr>
          <a:xfrm>
            <a:off x="5629275" y="5514975"/>
            <a:ext cx="1619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QuizGame</a:t>
            </a:r>
          </a:p>
        </p:txBody>
      </p:sp>
      <p:cxnSp>
        <p:nvCxnSpPr>
          <p:cNvPr id="105" name="Straight Arrow Connector 104"/>
          <p:cNvCxnSpPr>
            <a:stCxn id="11" idx="2"/>
            <a:endCxn id="14" idx="0"/>
          </p:cNvCxnSpPr>
          <p:nvPr/>
        </p:nvCxnSpPr>
        <p:spPr>
          <a:xfrm flipH="1">
            <a:off x="6196013" y="2362200"/>
            <a:ext cx="185738" cy="1114425"/>
          </a:xfrm>
          <a:prstGeom prst="straightConnector1">
            <a:avLst/>
          </a:prstGeom>
          <a:ln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6" name="Straight Arrow Connector 105"/>
          <p:cNvCxnSpPr>
            <a:stCxn id="14" idx="0"/>
            <a:endCxn id="11" idx="2"/>
          </p:cNvCxnSpPr>
          <p:nvPr/>
        </p:nvCxnSpPr>
        <p:spPr>
          <a:xfrm flipV="1">
            <a:off x="6196013" y="2362200"/>
            <a:ext cx="185738" cy="1114425"/>
          </a:xfrm>
          <a:prstGeom prst="straightConnector1">
            <a:avLst/>
          </a:prstGeom>
          <a:ln w="20003">
            <a:solidFill>
              <a:srgbClr val="111111"/>
            </a:solidFill>
            <a:prstDash val="dash"/>
            <a:tailEnd type="triangle" w="med" len="med"/>
          </a:ln>
        </p:spPr>
      </p:cxnSp>
      <p:cxnSp>
        <p:nvCxnSpPr>
          <p:cNvPr id="107" name="Straight Arrow Connector 106"/>
          <p:cNvCxnSpPr>
            <a:stCxn id="14" idx="2"/>
            <a:endCxn id="17" idx="0"/>
          </p:cNvCxnSpPr>
          <p:nvPr/>
        </p:nvCxnSpPr>
        <p:spPr>
          <a:xfrm>
            <a:off x="6196013" y="4343400"/>
            <a:ext cx="23813" cy="1123950"/>
          </a:xfrm>
          <a:prstGeom prst="straightConnector1">
            <a:avLst/>
          </a:prstGeom>
          <a:ln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8" name="Straight Arrow Connector 107"/>
          <p:cNvCxnSpPr>
            <a:stCxn id="17" idx="0"/>
            <a:endCxn id="14" idx="2"/>
          </p:cNvCxnSpPr>
          <p:nvPr/>
        </p:nvCxnSpPr>
        <p:spPr>
          <a:xfrm flipH="1" flipV="1">
            <a:off x="6196013" y="4343400"/>
            <a:ext cx="23813" cy="1123950"/>
          </a:xfrm>
          <a:prstGeom prst="straightConnector1">
            <a:avLst/>
          </a:prstGeom>
          <a:ln w="20003">
            <a:solidFill>
              <a:srgbClr val="111111"/>
            </a:solidFill>
            <a:prstDash val="dash"/>
            <a:tailEnd type="triangle" w="med" len="me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6255D82-EF9F-47AD-AC3A-0835933B1297}"/>
              </a:ext>
            </a:extLst>
          </p:cNvPr>
          <p:cNvSpPr>
            <a:spLocks noGrp="1"/>
          </p:cNvSpPr>
          <p:nvPr/>
        </p:nvSpPr>
        <p:spPr>
          <a:xfrm>
            <a:off x="4905375" y="2543175"/>
            <a:ext cx="95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/</a:t>
            </a:r>
          </a:p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return value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3277DC-A63A-4C2F-9BAA-AA64A6779F0F}"/>
              </a:ext>
            </a:extLst>
          </p:cNvPr>
          <p:cNvSpPr>
            <a:spLocks noGrp="1"/>
          </p:cNvSpPr>
          <p:nvPr/>
        </p:nvSpPr>
        <p:spPr>
          <a:xfrm>
            <a:off x="6648450" y="2762250"/>
            <a:ext cx="72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94EC7C-BAEE-4507-B532-542A96FE6EF9}"/>
              </a:ext>
            </a:extLst>
          </p:cNvPr>
          <p:cNvSpPr>
            <a:spLocks noGrp="1"/>
          </p:cNvSpPr>
          <p:nvPr/>
        </p:nvSpPr>
        <p:spPr>
          <a:xfrm>
            <a:off x="4905375" y="4591050"/>
            <a:ext cx="95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/</a:t>
            </a:r>
          </a:p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return value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51C2D6-4808-42FD-82CA-2E1134C65544}"/>
              </a:ext>
            </a:extLst>
          </p:cNvPr>
          <p:cNvSpPr>
            <a:spLocks noGrp="1"/>
          </p:cNvSpPr>
          <p:nvPr/>
        </p:nvSpPr>
        <p:spPr>
          <a:xfrm>
            <a:off x="6648450" y="4810125"/>
            <a:ext cx="72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68C2D8C-317F-488B-8A8B-6D4DF634688D}"/>
              </a:ext>
            </a:extLst>
          </p:cNvPr>
          <p:cNvSpPr>
            <a:spLocks noGrp="1"/>
          </p:cNvSpPr>
          <p:nvPr/>
        </p:nvSpPr>
        <p:spPr>
          <a:xfrm>
            <a:off x="8553450" y="2495550"/>
            <a:ext cx="1619250" cy="638175"/>
          </a:xfrm>
          <a:prstGeom prst="roundRect">
            <a:avLst>
              <a:gd name="adj" fmla="val 14925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E03244-A30F-46B2-9A68-DFEE2830B0EC}"/>
              </a:ext>
            </a:extLst>
          </p:cNvPr>
          <p:cNvSpPr>
            <a:spLocks noGrp="1"/>
          </p:cNvSpPr>
          <p:nvPr/>
        </p:nvSpPr>
        <p:spPr>
          <a:xfrm>
            <a:off x="8667750" y="2543175"/>
            <a:ext cx="4572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225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3C6753-162C-4CEE-B771-77B8CA6D49CD}"/>
              </a:ext>
            </a:extLst>
          </p:cNvPr>
          <p:cNvSpPr>
            <a:spLocks noGrp="1"/>
          </p:cNvSpPr>
          <p:nvPr/>
        </p:nvSpPr>
        <p:spPr>
          <a:xfrm>
            <a:off x="9105900" y="2543175"/>
            <a:ext cx="952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Question</a:t>
            </a:r>
          </a:p>
          <a:p>
            <a:pPr algn="ctr">
              <a:lnSpc>
                <a:spcPct val="100000"/>
              </a:lnSpc>
              <a:buNone/>
              <a:defRPr sz="10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(m_questions)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44B00E-BA1E-4F8A-87B7-B966E6C17BD2}"/>
              </a:ext>
            </a:extLst>
          </p:cNvPr>
          <p:cNvSpPr>
            <a:spLocks noGrp="1"/>
          </p:cNvSpPr>
          <p:nvPr/>
        </p:nvSpPr>
        <p:spPr>
          <a:xfrm>
            <a:off x="8553450" y="3314700"/>
            <a:ext cx="1619250" cy="638175"/>
          </a:xfrm>
          <a:prstGeom prst="roundRect">
            <a:avLst>
              <a:gd name="adj" fmla="val 14925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F73A4F-21C7-4DCD-A605-CF952E095752}"/>
              </a:ext>
            </a:extLst>
          </p:cNvPr>
          <p:cNvSpPr>
            <a:spLocks noGrp="1"/>
          </p:cNvSpPr>
          <p:nvPr/>
        </p:nvSpPr>
        <p:spPr>
          <a:xfrm>
            <a:off x="8667750" y="3362325"/>
            <a:ext cx="4572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♟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85B29F-A77C-461D-A53B-AEC3BA984B1F}"/>
              </a:ext>
            </a:extLst>
          </p:cNvPr>
          <p:cNvSpPr>
            <a:spLocks noGrp="1"/>
          </p:cNvSpPr>
          <p:nvPr/>
        </p:nvSpPr>
        <p:spPr>
          <a:xfrm>
            <a:off x="9105900" y="3362325"/>
            <a:ext cx="952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Player</a:t>
            </a:r>
          </a:p>
          <a:p>
            <a:pPr algn="ctr">
              <a:lnSpc>
                <a:spcPct val="100000"/>
              </a:lnSpc>
              <a:buNone/>
              <a:defRPr sz="105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(m_player)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7FC404-8CAA-4F39-AAD7-FEA7AC26D4C7}"/>
              </a:ext>
            </a:extLst>
          </p:cNvPr>
          <p:cNvSpPr>
            <a:spLocks noGrp="1"/>
          </p:cNvSpPr>
          <p:nvPr/>
        </p:nvSpPr>
        <p:spPr>
          <a:xfrm>
            <a:off x="8553450" y="4133850"/>
            <a:ext cx="1619250" cy="638175"/>
          </a:xfrm>
          <a:prstGeom prst="roundRect">
            <a:avLst>
              <a:gd name="adj" fmla="val 14925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AAAA22-AE55-4998-91D6-56871D0388E8}"/>
              </a:ext>
            </a:extLst>
          </p:cNvPr>
          <p:cNvSpPr>
            <a:spLocks noGrp="1"/>
          </p:cNvSpPr>
          <p:nvPr/>
        </p:nvSpPr>
        <p:spPr>
          <a:xfrm>
            <a:off x="8667750" y="4181475"/>
            <a:ext cx="4572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🏆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61FAD5-0BA0-4855-A4D9-932C3DD06CB8}"/>
              </a:ext>
            </a:extLst>
          </p:cNvPr>
          <p:cNvSpPr>
            <a:spLocks noGrp="1"/>
          </p:cNvSpPr>
          <p:nvPr/>
        </p:nvSpPr>
        <p:spPr>
          <a:xfrm>
            <a:off x="9105900" y="4181475"/>
            <a:ext cx="952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Leaderboard</a:t>
            </a:r>
          </a:p>
          <a:p>
            <a:pPr algn="ctr">
              <a:lnSpc>
                <a:spcPct val="100000"/>
              </a:lnSpc>
              <a:buNone/>
              <a:defRPr sz="1013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(m_leaderboard)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3D8310E-1836-4609-B391-3756652D3372}"/>
              </a:ext>
            </a:extLst>
          </p:cNvPr>
          <p:cNvSpPr>
            <a:spLocks noGrp="1"/>
          </p:cNvSpPr>
          <p:nvPr/>
        </p:nvSpPr>
        <p:spPr>
          <a:xfrm>
            <a:off x="8553450" y="4953000"/>
            <a:ext cx="1619250" cy="638175"/>
          </a:xfrm>
          <a:prstGeom prst="roundRect">
            <a:avLst>
              <a:gd name="adj" fmla="val 14925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EF611C-C2D5-4EE3-B44F-17DD77E07A16}"/>
              </a:ext>
            </a:extLst>
          </p:cNvPr>
          <p:cNvSpPr>
            <a:spLocks noGrp="1"/>
          </p:cNvSpPr>
          <p:nvPr/>
        </p:nvSpPr>
        <p:spPr>
          <a:xfrm>
            <a:off x="8667750" y="5000625"/>
            <a:ext cx="4572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2250" b="1" dirty="0"/>
              <a:t>💾</a:t>
            </a:r>
            <a:endParaRPr sz="225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F2F147-892F-400B-8247-4BAEEF4C0B44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952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SaveManager</a:t>
            </a:r>
          </a:p>
          <a:p>
            <a:pPr algn="ctr">
              <a:lnSpc>
                <a:spcPct val="100000"/>
              </a:lnSpc>
              <a:buNone/>
              <a:defRPr sz="1013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(m_saveManager)</a:t>
            </a:r>
          </a:p>
        </p:txBody>
      </p:sp>
      <p:cxnSp>
        <p:nvCxnSpPr>
          <p:cNvPr id="125" name="Straight Arrow Connector 124"/>
          <p:cNvCxnSpPr>
            <a:stCxn id="14" idx="3"/>
            <a:endCxn id="28" idx="1"/>
          </p:cNvCxnSpPr>
          <p:nvPr/>
        </p:nvCxnSpPr>
        <p:spPr>
          <a:xfrm flipV="1">
            <a:off x="7315200" y="2814638"/>
            <a:ext cx="1238250" cy="1095375"/>
          </a:xfrm>
          <a:prstGeom prst="straightConnector1">
            <a:avLst/>
          </a:prstGeom>
          <a:ln w="17145">
            <a:solidFill>
              <a:srgbClr val="633199"/>
            </a:solidFill>
            <a:prstDash val="dash"/>
            <a:tailEnd type="triangle" w="med" len="med"/>
          </a:ln>
        </p:spPr>
      </p:cxnSp>
      <p:cxnSp>
        <p:nvCxnSpPr>
          <p:cNvPr id="126" name="Straight Arrow Connector 125"/>
          <p:cNvCxnSpPr>
            <a:stCxn id="14" idx="3"/>
            <a:endCxn id="31" idx="1"/>
          </p:cNvCxnSpPr>
          <p:nvPr/>
        </p:nvCxnSpPr>
        <p:spPr>
          <a:xfrm flipV="1">
            <a:off x="7315200" y="3633788"/>
            <a:ext cx="1238250" cy="276225"/>
          </a:xfrm>
          <a:prstGeom prst="straightConnector1">
            <a:avLst/>
          </a:prstGeom>
          <a:ln w="17145">
            <a:solidFill>
              <a:srgbClr val="633199"/>
            </a:solidFill>
            <a:prstDash val="dash"/>
            <a:tailEnd type="triangle" w="med" len="med"/>
          </a:ln>
        </p:spPr>
      </p:cxnSp>
      <p:cxnSp>
        <p:nvCxnSpPr>
          <p:cNvPr id="127" name="Straight Arrow Connector 126"/>
          <p:cNvCxnSpPr>
            <a:stCxn id="14" idx="3"/>
            <a:endCxn id="34" idx="1"/>
          </p:cNvCxnSpPr>
          <p:nvPr/>
        </p:nvCxnSpPr>
        <p:spPr>
          <a:xfrm>
            <a:off x="7315200" y="3910013"/>
            <a:ext cx="1238250" cy="542925"/>
          </a:xfrm>
          <a:prstGeom prst="straightConnector1">
            <a:avLst/>
          </a:prstGeom>
          <a:ln w="17145">
            <a:solidFill>
              <a:srgbClr val="633199"/>
            </a:solidFill>
            <a:prstDash val="dash"/>
            <a:tailEnd type="triangle" w="med" len="med"/>
          </a:ln>
        </p:spPr>
      </p:cxnSp>
      <p:cxnSp>
        <p:nvCxnSpPr>
          <p:cNvPr id="128" name="Straight Arrow Connector 127"/>
          <p:cNvCxnSpPr>
            <a:stCxn id="14" idx="3"/>
            <a:endCxn id="37" idx="1"/>
          </p:cNvCxnSpPr>
          <p:nvPr/>
        </p:nvCxnSpPr>
        <p:spPr>
          <a:xfrm>
            <a:off x="7315200" y="3910013"/>
            <a:ext cx="1238250" cy="1362075"/>
          </a:xfrm>
          <a:prstGeom prst="straightConnector1">
            <a:avLst/>
          </a:prstGeom>
          <a:ln w="17145">
            <a:solidFill>
              <a:srgbClr val="633199"/>
            </a:solidFill>
            <a:prstDash val="dash"/>
            <a:tailEnd type="triangle" w="med" len="med"/>
          </a:ln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46CADE4-9CAD-4EF7-8FF4-74A1B2456944}"/>
              </a:ext>
            </a:extLst>
          </p:cNvPr>
          <p:cNvSpPr>
            <a:spLocks noGrp="1"/>
          </p:cNvSpPr>
          <p:nvPr/>
        </p:nvSpPr>
        <p:spPr>
          <a:xfrm>
            <a:off x="7477125" y="36957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reads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13828BF-DE8B-45E8-ACA3-C8687EC308ED}"/>
              </a:ext>
            </a:extLst>
          </p:cNvPr>
          <p:cNvSpPr>
            <a:spLocks noGrp="1"/>
          </p:cNvSpPr>
          <p:nvPr/>
        </p:nvSpPr>
        <p:spPr>
          <a:xfrm>
            <a:off x="10572750" y="1581150"/>
            <a:ext cx="4514850" cy="5476875"/>
          </a:xfrm>
          <a:prstGeom prst="roundRect">
            <a:avLst>
              <a:gd name="adj" fmla="val 2954"/>
            </a:avLst>
          </a:prstGeom>
          <a:solidFill>
            <a:srgbClr val="F7F9FC"/>
          </a:solidFill>
          <a:ln w="11430">
            <a:solidFill>
              <a:srgbClr val="C9D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8B8184E3-3EA2-4F28-8467-A774412F91F2}"/>
              </a:ext>
            </a:extLst>
          </p:cNvPr>
          <p:cNvSpPr>
            <a:spLocks noGrp="1"/>
          </p:cNvSpPr>
          <p:nvPr/>
        </p:nvSpPr>
        <p:spPr>
          <a:xfrm>
            <a:off x="12896850" y="1828800"/>
            <a:ext cx="0" cy="4981575"/>
          </a:xfrm>
          <a:prstGeom prst="line">
            <a:avLst/>
          </a:prstGeom>
          <a:noFill/>
          <a:ln w="11430">
            <a:solidFill>
              <a:srgbClr val="AAB8C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CFA0A27-2214-40ED-89D9-1744D6BA7B68}"/>
              </a:ext>
            </a:extLst>
          </p:cNvPr>
          <p:cNvSpPr>
            <a:spLocks noGrp="1"/>
          </p:cNvSpPr>
          <p:nvPr/>
        </p:nvSpPr>
        <p:spPr>
          <a:xfrm>
            <a:off x="10810875" y="182880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ConsoleUI does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92836E-FEA9-42C9-AA5C-B5D2B3FAC32E}"/>
              </a:ext>
            </a:extLst>
          </p:cNvPr>
          <p:cNvSpPr>
            <a:spLocks noGrp="1"/>
          </p:cNvSpPr>
          <p:nvPr/>
        </p:nvSpPr>
        <p:spPr>
          <a:xfrm>
            <a:off x="13049250" y="18288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87093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ConsoleUI does not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E9986FBA-0D7C-4908-B9DD-180F5E736656}"/>
              </a:ext>
            </a:extLst>
          </p:cNvPr>
          <p:cNvSpPr>
            <a:spLocks noGrp="1"/>
          </p:cNvSpPr>
          <p:nvPr/>
        </p:nvSpPr>
        <p:spPr>
          <a:xfrm>
            <a:off x="10725150" y="2209800"/>
            <a:ext cx="4210050" cy="0"/>
          </a:xfrm>
          <a:prstGeom prst="line">
            <a:avLst/>
          </a:prstGeom>
          <a:noFill/>
          <a:ln w="10478">
            <a:solidFill>
              <a:srgbClr val="AAB8C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CADDD9C-A370-4A05-B125-696FD0B40D26}"/>
              </a:ext>
            </a:extLst>
          </p:cNvPr>
          <p:cNvSpPr>
            <a:spLocks noGrp="1"/>
          </p:cNvSpPr>
          <p:nvPr/>
        </p:nvSpPr>
        <p:spPr>
          <a:xfrm>
            <a:off x="10801350" y="2428875"/>
            <a:ext cx="266700" cy="266700"/>
          </a:xfrm>
          <a:prstGeom prst="ellipse">
            <a:avLst/>
          </a:prstGeom>
          <a:solidFill>
            <a:srgbClr val="2D6B25"/>
          </a:solidFill>
          <a:ln w="0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0B6B04-3498-4D1A-A536-EBD6FF3CFABE}"/>
              </a:ext>
            </a:extLst>
          </p:cNvPr>
          <p:cNvSpPr>
            <a:spLocks noGrp="1"/>
          </p:cNvSpPr>
          <p:nvPr/>
        </p:nvSpPr>
        <p:spPr>
          <a:xfrm>
            <a:off x="10810875" y="241935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401A55-BA74-4B26-AE08-978E41CE23B4}"/>
              </a:ext>
            </a:extLst>
          </p:cNvPr>
          <p:cNvSpPr>
            <a:spLocks noGrp="1"/>
          </p:cNvSpPr>
          <p:nvPr/>
        </p:nvSpPr>
        <p:spPr>
          <a:xfrm>
            <a:off x="11220450" y="2409825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Shows menus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23F5D0E-FDD8-4CBF-B38B-2FC9E1532208}"/>
              </a:ext>
            </a:extLst>
          </p:cNvPr>
          <p:cNvSpPr>
            <a:spLocks noGrp="1"/>
          </p:cNvSpPr>
          <p:nvPr/>
        </p:nvSpPr>
        <p:spPr>
          <a:xfrm>
            <a:off x="11144250" y="28194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Displays all menus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and prompts.</a:t>
            </a:r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895CE3DC-7065-449A-83D8-A8C55B6697CE}"/>
              </a:ext>
            </a:extLst>
          </p:cNvPr>
          <p:cNvSpPr>
            <a:spLocks noGrp="1"/>
          </p:cNvSpPr>
          <p:nvPr/>
        </p:nvSpPr>
        <p:spPr>
          <a:xfrm>
            <a:off x="10782300" y="3429000"/>
            <a:ext cx="1933575" cy="0"/>
          </a:xfrm>
          <a:prstGeom prst="line">
            <a:avLst/>
          </a:prstGeom>
          <a:noFill/>
          <a:ln w="9525">
            <a:solidFill>
              <a:srgbClr val="B6C0C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BD7DAE0-C227-4D5F-B2AC-CEC6C85520BE}"/>
              </a:ext>
            </a:extLst>
          </p:cNvPr>
          <p:cNvSpPr>
            <a:spLocks noGrp="1"/>
          </p:cNvSpPr>
          <p:nvPr/>
        </p:nvSpPr>
        <p:spPr>
          <a:xfrm>
            <a:off x="10801350" y="3648075"/>
            <a:ext cx="266700" cy="266700"/>
          </a:xfrm>
          <a:prstGeom prst="ellipse">
            <a:avLst/>
          </a:prstGeom>
          <a:solidFill>
            <a:srgbClr val="2D6B25"/>
          </a:solidFill>
          <a:ln w="0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7D02465-4A85-4579-AC20-FB96CC62F47F}"/>
              </a:ext>
            </a:extLst>
          </p:cNvPr>
          <p:cNvSpPr>
            <a:spLocks noGrp="1"/>
          </p:cNvSpPr>
          <p:nvPr/>
        </p:nvSpPr>
        <p:spPr>
          <a:xfrm>
            <a:off x="10810875" y="363855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A1D7E18-CBEF-451E-9D41-DA84D35BF83C}"/>
              </a:ext>
            </a:extLst>
          </p:cNvPr>
          <p:cNvSpPr>
            <a:spLocks noGrp="1"/>
          </p:cNvSpPr>
          <p:nvPr/>
        </p:nvSpPr>
        <p:spPr>
          <a:xfrm>
            <a:off x="11220450" y="3629025"/>
            <a:ext cx="1714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5132"/>
          </a:bodyPr>
          <a:lstStyle/>
          <a:p>
            <a:pPr algn="l">
              <a:lnSpc>
                <a:spcPct val="102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Validates numeric input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50D101-17E8-4A18-B32F-E230F3709C77}"/>
              </a:ext>
            </a:extLst>
          </p:cNvPr>
          <p:cNvSpPr>
            <a:spLocks noGrp="1"/>
          </p:cNvSpPr>
          <p:nvPr/>
        </p:nvSpPr>
        <p:spPr>
          <a:xfrm>
            <a:off x="11144250" y="4076700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Ensures input is a valid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number and in range.</a:t>
            </a: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BED553D6-99CC-4E0F-B246-84D0D8BDEC3A}"/>
              </a:ext>
            </a:extLst>
          </p:cNvPr>
          <p:cNvSpPr>
            <a:spLocks noGrp="1"/>
          </p:cNvSpPr>
          <p:nvPr/>
        </p:nvSpPr>
        <p:spPr>
          <a:xfrm>
            <a:off x="10782300" y="4762500"/>
            <a:ext cx="1933575" cy="0"/>
          </a:xfrm>
          <a:prstGeom prst="line">
            <a:avLst/>
          </a:prstGeom>
          <a:noFill/>
          <a:ln w="9525">
            <a:solidFill>
              <a:srgbClr val="B6C0C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E12B8E0-91F5-4E1D-AF09-9DDA91A6EDC7}"/>
              </a:ext>
            </a:extLst>
          </p:cNvPr>
          <p:cNvSpPr>
            <a:spLocks noGrp="1"/>
          </p:cNvSpPr>
          <p:nvPr/>
        </p:nvSpPr>
        <p:spPr>
          <a:xfrm>
            <a:off x="10801350" y="5000625"/>
            <a:ext cx="266700" cy="266700"/>
          </a:xfrm>
          <a:prstGeom prst="ellipse">
            <a:avLst/>
          </a:prstGeom>
          <a:solidFill>
            <a:srgbClr val="2D6B25"/>
          </a:solidFill>
          <a:ln w="0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07F09C-971B-4402-AD29-360B3A1594CB}"/>
              </a:ext>
            </a:extLst>
          </p:cNvPr>
          <p:cNvSpPr>
            <a:spLocks noGrp="1"/>
          </p:cNvSpPr>
          <p:nvPr/>
        </p:nvSpPr>
        <p:spPr>
          <a:xfrm>
            <a:off x="10810875" y="4991100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284E700-9A3C-42A2-AAE2-85996AF67909}"/>
              </a:ext>
            </a:extLst>
          </p:cNvPr>
          <p:cNvSpPr>
            <a:spLocks noGrp="1"/>
          </p:cNvSpPr>
          <p:nvPr/>
        </p:nvSpPr>
        <p:spPr>
          <a:xfrm>
            <a:off x="11220450" y="4981575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Prints messages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C4736B2-D1F9-4214-B4E4-1F979EFC55C6}"/>
              </a:ext>
            </a:extLst>
          </p:cNvPr>
          <p:cNvSpPr>
            <a:spLocks noGrp="1"/>
          </p:cNvSpPr>
          <p:nvPr/>
        </p:nvSpPr>
        <p:spPr>
          <a:xfrm>
            <a:off x="11144250" y="5410200"/>
            <a:ext cx="15240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Displays status, results,</a:t>
            </a:r>
          </a:p>
          <a:p>
            <a:pPr algn="l">
              <a:lnSpc>
                <a:spcPct val="103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and other text to</a:t>
            </a:r>
          </a:p>
          <a:p>
            <a:pPr algn="l">
              <a:lnSpc>
                <a:spcPct val="103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player.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7299B4E-8A52-40A1-BC4F-788DC72A78B7}"/>
              </a:ext>
            </a:extLst>
          </p:cNvPr>
          <p:cNvSpPr>
            <a:spLocks noGrp="1"/>
          </p:cNvSpPr>
          <p:nvPr/>
        </p:nvSpPr>
        <p:spPr>
          <a:xfrm>
            <a:off x="13096875" y="2428875"/>
            <a:ext cx="266700" cy="266700"/>
          </a:xfrm>
          <a:prstGeom prst="ellipse">
            <a:avLst/>
          </a:prstGeom>
          <a:solidFill>
            <a:srgbClr val="D54A0B"/>
          </a:solidFill>
          <a:ln w="0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23686B-2C03-4572-856F-A4117222C8FF}"/>
              </a:ext>
            </a:extLst>
          </p:cNvPr>
          <p:cNvSpPr>
            <a:spLocks noGrp="1"/>
          </p:cNvSpPr>
          <p:nvPr/>
        </p:nvSpPr>
        <p:spPr>
          <a:xfrm>
            <a:off x="13096875" y="2409825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163C91-6B12-47DA-8A55-864654FD3B54}"/>
              </a:ext>
            </a:extLst>
          </p:cNvPr>
          <p:cNvSpPr>
            <a:spLocks noGrp="1"/>
          </p:cNvSpPr>
          <p:nvPr/>
        </p:nvSpPr>
        <p:spPr>
          <a:xfrm>
            <a:off x="13496925" y="2390775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Calculate score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C936A43-778B-4FC6-A5E4-F7A89B9038C6}"/>
              </a:ext>
            </a:extLst>
          </p:cNvPr>
          <p:cNvSpPr>
            <a:spLocks noGrp="1"/>
          </p:cNvSpPr>
          <p:nvPr/>
        </p:nvSpPr>
        <p:spPr>
          <a:xfrm>
            <a:off x="13430250" y="28194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Does not compute</a:t>
            </a:r>
          </a:p>
          <a:p>
            <a:pPr algn="l">
              <a:lnSpc>
                <a:spcPct val="106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scores or statistics.</a:t>
            </a:r>
          </a:p>
        </p:txBody>
      </p:sp>
      <p:sp>
        <p:nvSpPr>
          <p:cNvPr id="68" name="Straight Connector 67">
            <a:extLst>
              <a:ext uri="{FF2B5EF4-FFF2-40B4-BE49-F238E27FC236}">
                <a16:creationId xmlns:a16="http://schemas.microsoft.com/office/drawing/2014/main" id="{0760C710-A964-4D1E-B092-DEF17E0DF92C}"/>
              </a:ext>
            </a:extLst>
          </p:cNvPr>
          <p:cNvSpPr>
            <a:spLocks noGrp="1"/>
          </p:cNvSpPr>
          <p:nvPr/>
        </p:nvSpPr>
        <p:spPr>
          <a:xfrm>
            <a:off x="13049250" y="3429000"/>
            <a:ext cx="1885950" cy="0"/>
          </a:xfrm>
          <a:prstGeom prst="line">
            <a:avLst/>
          </a:prstGeom>
          <a:noFill/>
          <a:ln w="9525">
            <a:solidFill>
              <a:srgbClr val="B6C0C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9BC78F-60CC-4213-85A6-132F5DBDAC9A}"/>
              </a:ext>
            </a:extLst>
          </p:cNvPr>
          <p:cNvSpPr>
            <a:spLocks noGrp="1"/>
          </p:cNvSpPr>
          <p:nvPr/>
        </p:nvSpPr>
        <p:spPr>
          <a:xfrm>
            <a:off x="13096875" y="3648075"/>
            <a:ext cx="266700" cy="266700"/>
          </a:xfrm>
          <a:prstGeom prst="ellipse">
            <a:avLst/>
          </a:prstGeom>
          <a:solidFill>
            <a:srgbClr val="D54A0B"/>
          </a:solidFill>
          <a:ln w="0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AE1E059-6329-49C2-BEFA-CD7351462F7E}"/>
              </a:ext>
            </a:extLst>
          </p:cNvPr>
          <p:cNvSpPr>
            <a:spLocks noGrp="1"/>
          </p:cNvSpPr>
          <p:nvPr/>
        </p:nvSpPr>
        <p:spPr>
          <a:xfrm>
            <a:off x="13096875" y="3629025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5A143BE-D369-4D0B-95FE-C4951DC2EC2F}"/>
              </a:ext>
            </a:extLst>
          </p:cNvPr>
          <p:cNvSpPr>
            <a:spLocks noGrp="1"/>
          </p:cNvSpPr>
          <p:nvPr/>
        </p:nvSpPr>
        <p:spPr>
          <a:xfrm>
            <a:off x="13496925" y="3609975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Decide win/lose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604FD9-9B91-47EA-95C4-42792130ADE5}"/>
              </a:ext>
            </a:extLst>
          </p:cNvPr>
          <p:cNvSpPr>
            <a:spLocks noGrp="1"/>
          </p:cNvSpPr>
          <p:nvPr/>
        </p:nvSpPr>
        <p:spPr>
          <a:xfrm>
            <a:off x="13430250" y="407670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Does not determine</a:t>
            </a:r>
          </a:p>
          <a:p>
            <a:pPr algn="l">
              <a:lnSpc>
                <a:spcPct val="106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game outcome.</a:t>
            </a:r>
          </a:p>
        </p:txBody>
      </p:sp>
      <p:sp>
        <p:nvSpPr>
          <p:cNvPr id="73" name="Straight Connector 72">
            <a:extLst>
              <a:ext uri="{FF2B5EF4-FFF2-40B4-BE49-F238E27FC236}">
                <a16:creationId xmlns:a16="http://schemas.microsoft.com/office/drawing/2014/main" id="{A1291828-44C7-4D64-8B25-3EE17720C89E}"/>
              </a:ext>
            </a:extLst>
          </p:cNvPr>
          <p:cNvSpPr>
            <a:spLocks noGrp="1"/>
          </p:cNvSpPr>
          <p:nvPr/>
        </p:nvSpPr>
        <p:spPr>
          <a:xfrm>
            <a:off x="13049250" y="4762500"/>
            <a:ext cx="1885950" cy="0"/>
          </a:xfrm>
          <a:prstGeom prst="line">
            <a:avLst/>
          </a:prstGeom>
          <a:noFill/>
          <a:ln w="9525">
            <a:solidFill>
              <a:srgbClr val="B6C0C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30BE91B-C5DB-4201-BA0B-5D5F0A4D35B4}"/>
              </a:ext>
            </a:extLst>
          </p:cNvPr>
          <p:cNvSpPr>
            <a:spLocks noGrp="1"/>
          </p:cNvSpPr>
          <p:nvPr/>
        </p:nvSpPr>
        <p:spPr>
          <a:xfrm>
            <a:off x="13096875" y="4953000"/>
            <a:ext cx="266700" cy="266700"/>
          </a:xfrm>
          <a:prstGeom prst="ellipse">
            <a:avLst/>
          </a:prstGeom>
          <a:solidFill>
            <a:srgbClr val="D54A0B"/>
          </a:solidFill>
          <a:ln w="0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696EF22-79E9-4A0B-AF2F-EACA0747DB90}"/>
              </a:ext>
            </a:extLst>
          </p:cNvPr>
          <p:cNvSpPr>
            <a:spLocks noGrp="1"/>
          </p:cNvSpPr>
          <p:nvPr/>
        </p:nvSpPr>
        <p:spPr>
          <a:xfrm>
            <a:off x="13096875" y="49339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754C868-373C-40E3-BC56-72A9E4C65254}"/>
              </a:ext>
            </a:extLst>
          </p:cNvPr>
          <p:cNvSpPr>
            <a:spLocks noGrp="1"/>
          </p:cNvSpPr>
          <p:nvPr/>
        </p:nvSpPr>
        <p:spPr>
          <a:xfrm>
            <a:off x="13496925" y="49149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Update saves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A80290F-C358-4A90-AC73-BD0645C35AFE}"/>
              </a:ext>
            </a:extLst>
          </p:cNvPr>
          <p:cNvSpPr>
            <a:spLocks noGrp="1"/>
          </p:cNvSpPr>
          <p:nvPr/>
        </p:nvSpPr>
        <p:spPr>
          <a:xfrm>
            <a:off x="13430250" y="53530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Does not write or</a:t>
            </a:r>
          </a:p>
          <a:p>
            <a:pPr algn="l">
              <a:lnSpc>
                <a:spcPct val="106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modify save data.</a:t>
            </a:r>
          </a:p>
        </p:txBody>
      </p:sp>
      <p:sp>
        <p:nvSpPr>
          <p:cNvPr id="78" name="Straight Connector 77">
            <a:extLst>
              <a:ext uri="{FF2B5EF4-FFF2-40B4-BE49-F238E27FC236}">
                <a16:creationId xmlns:a16="http://schemas.microsoft.com/office/drawing/2014/main" id="{D4E12D28-944B-4C3F-90E7-2611D301F9F4}"/>
              </a:ext>
            </a:extLst>
          </p:cNvPr>
          <p:cNvSpPr>
            <a:spLocks noGrp="1"/>
          </p:cNvSpPr>
          <p:nvPr/>
        </p:nvSpPr>
        <p:spPr>
          <a:xfrm>
            <a:off x="13049250" y="5905500"/>
            <a:ext cx="1885950" cy="0"/>
          </a:xfrm>
          <a:prstGeom prst="line">
            <a:avLst/>
          </a:prstGeom>
          <a:noFill/>
          <a:ln w="9525">
            <a:solidFill>
              <a:srgbClr val="B6C0C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37AF97E-8E29-46B8-A7A3-B8502B81D383}"/>
              </a:ext>
            </a:extLst>
          </p:cNvPr>
          <p:cNvSpPr>
            <a:spLocks noGrp="1"/>
          </p:cNvSpPr>
          <p:nvPr/>
        </p:nvSpPr>
        <p:spPr>
          <a:xfrm>
            <a:off x="13096875" y="6019800"/>
            <a:ext cx="266700" cy="266700"/>
          </a:xfrm>
          <a:prstGeom prst="ellipse">
            <a:avLst/>
          </a:prstGeom>
          <a:solidFill>
            <a:srgbClr val="D54A0B"/>
          </a:solidFill>
          <a:ln w="0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85B43FF-8A49-486C-BF84-40036A583094}"/>
              </a:ext>
            </a:extLst>
          </p:cNvPr>
          <p:cNvSpPr>
            <a:spLocks noGrp="1"/>
          </p:cNvSpPr>
          <p:nvPr/>
        </p:nvSpPr>
        <p:spPr>
          <a:xfrm>
            <a:off x="13096875" y="6000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C51FF3C-EE3C-431E-9238-5DB64F942789}"/>
              </a:ext>
            </a:extLst>
          </p:cNvPr>
          <p:cNvSpPr>
            <a:spLocks noGrp="1"/>
          </p:cNvSpPr>
          <p:nvPr/>
        </p:nvSpPr>
        <p:spPr>
          <a:xfrm>
            <a:off x="13496925" y="5981700"/>
            <a:ext cx="1666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Manage leaderboard</a:t>
            </a:r>
          </a:p>
          <a:p>
            <a:pPr algn="l">
              <a:lnSpc>
                <a:spcPct val="100000"/>
              </a:lnSpc>
              <a:buNone/>
              <a:defRPr sz="112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63F031D-4506-4C5F-B0C6-78B066E4DE7D}"/>
              </a:ext>
            </a:extLst>
          </p:cNvPr>
          <p:cNvSpPr>
            <a:spLocks noGrp="1"/>
          </p:cNvSpPr>
          <p:nvPr/>
        </p:nvSpPr>
        <p:spPr>
          <a:xfrm>
            <a:off x="13430250" y="64770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t">
            <a:normAutofit fontScale="91535"/>
          </a:bodyPr>
          <a:lstStyle/>
          <a:p>
            <a:pPr algn="l">
              <a:lnSpc>
                <a:spcPct val="102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Does not enforce or</a:t>
            </a:r>
          </a:p>
          <a:p>
            <a:pPr algn="l">
              <a:lnSpc>
                <a:spcPct val="102000"/>
              </a:lnSpc>
              <a:buNone/>
              <a:defRPr sz="9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apply leaderboard rules.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8297DDB-C91D-4ACE-976C-ACB1221B9A75}"/>
              </a:ext>
            </a:extLst>
          </p:cNvPr>
          <p:cNvSpPr>
            <a:spLocks noGrp="1"/>
          </p:cNvSpPr>
          <p:nvPr/>
        </p:nvSpPr>
        <p:spPr>
          <a:xfrm>
            <a:off x="171450" y="7124700"/>
            <a:ext cx="6496050" cy="619125"/>
          </a:xfrm>
          <a:prstGeom prst="roundRect">
            <a:avLst>
              <a:gd name="adj" fmla="val 18462"/>
            </a:avLst>
          </a:prstGeom>
          <a:solidFill>
            <a:srgbClr val="EFF5FD"/>
          </a:solidFill>
          <a:ln w="10478">
            <a:solidFill>
              <a:srgbClr val="BCD2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DFCD1A0-9D30-4EF7-844F-AFC80C95574F}"/>
              </a:ext>
            </a:extLst>
          </p:cNvPr>
          <p:cNvSpPr>
            <a:spLocks noGrp="1"/>
          </p:cNvSpPr>
          <p:nvPr/>
        </p:nvSpPr>
        <p:spPr>
          <a:xfrm>
            <a:off x="381000" y="7200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💡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32C63A7-6599-4BA9-BCF8-DC19225CD689}"/>
              </a:ext>
            </a:extLst>
          </p:cNvPr>
          <p:cNvSpPr>
            <a:spLocks noGrp="1"/>
          </p:cNvSpPr>
          <p:nvPr/>
        </p:nvSpPr>
        <p:spPr>
          <a:xfrm>
            <a:off x="904875" y="7219950"/>
            <a:ext cx="552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2107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This separation makes the game logic easier to test and explain.</a:t>
            </a:r>
          </a:p>
        </p:txBody>
      </p:sp>
    </p:spTree>
    <p:extLst>
      <p:ext uri="{BB962C8B-B14F-4D97-AF65-F5344CB8AC3E}">
        <p14:creationId xmlns:p14="http://schemas.microsoft.com/office/powerpoint/2010/main" val="461712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rder-9">
            <a:extLst>
              <a:ext uri="{FF2B5EF4-FFF2-40B4-BE49-F238E27FC236}">
                <a16:creationId xmlns:a16="http://schemas.microsoft.com/office/drawing/2014/main" id="{858D3371-9FEB-4563-BFEB-7EC8226EDE68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9">
            <a:extLst>
              <a:ext uri="{FF2B5EF4-FFF2-40B4-BE49-F238E27FC236}">
                <a16:creationId xmlns:a16="http://schemas.microsoft.com/office/drawing/2014/main" id="{B1BA784C-B6CF-4297-A3E7-DAB1661FF9B1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59B063-A9D0-4234-8060-EB3C49B19DB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QuizGame — The Controller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1FFA8-29E5-4349-9A95-42B2CBB2AAC5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Where all classes and rules come together</a:t>
            </a:r>
          </a:p>
        </p:txBody>
      </p:sp>
      <p:sp>
        <p:nvSpPr>
          <p:cNvPr id="5" name="footer-9">
            <a:extLst>
              <a:ext uri="{FF2B5EF4-FFF2-40B4-BE49-F238E27FC236}">
                <a16:creationId xmlns:a16="http://schemas.microsoft.com/office/drawing/2014/main" id="{A709C72D-DE3A-489F-9CC3-9A5519AAA79A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3B83C-2E7E-4B7B-851C-480A1F7F6127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9. QuizGame — The Controller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F97CF-5F74-4C5C-A264-5B296D698CDC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750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6DD108-3CF3-4F97-8ED4-67D6960E90C2}"/>
              </a:ext>
            </a:extLst>
          </p:cNvPr>
          <p:cNvSpPr>
            <a:spLocks noGrp="1"/>
          </p:cNvSpPr>
          <p:nvPr/>
        </p:nvSpPr>
        <p:spPr>
          <a:xfrm>
            <a:off x="438150" y="1724025"/>
            <a:ext cx="3619500" cy="2219325"/>
          </a:xfrm>
          <a:prstGeom prst="roundRect">
            <a:avLst>
              <a:gd name="adj" fmla="val 5150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027C0-2F70-4D57-8655-D6FEC4BEA9CE}"/>
              </a:ext>
            </a:extLst>
          </p:cNvPr>
          <p:cNvSpPr>
            <a:spLocks noGrp="1"/>
          </p:cNvSpPr>
          <p:nvPr/>
        </p:nvSpPr>
        <p:spPr>
          <a:xfrm>
            <a:off x="552450" y="1800225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2D6B25"/>
                </a:solidFill>
                <a:latin typeface="Arial"/>
                <a:ea typeface="Arial"/>
                <a:cs typeface="Arial"/>
              </a:rPr>
              <a:t>🛠  1) Construction / Copy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68A0728-3F9A-4AB7-BB91-3E3B47BC9A47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3352800" cy="0"/>
          </a:xfrm>
          <a:prstGeom prst="line">
            <a:avLst/>
          </a:prstGeom>
          <a:noFill/>
          <a:ln w="13335">
            <a:solidFill>
              <a:srgbClr val="2D6B2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4C7907-950E-4F80-B694-4DCC702F4671}"/>
              </a:ext>
            </a:extLst>
          </p:cNvPr>
          <p:cNvSpPr>
            <a:spLocks noGrp="1"/>
          </p:cNvSpPr>
          <p:nvPr/>
        </p:nvSpPr>
        <p:spPr>
          <a:xfrm>
            <a:off x="571500" y="2371725"/>
            <a:ext cx="33528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QuizGame()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QuizGame(const QuizGame&amp; other)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QuizGame&amp; operator=(const QuizGame&amp; other)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~QuizGame()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copyFrom(const QuizGame&amp; other)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clearQuestions()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8DB558-15ED-4A45-84E4-6EBDF84BB830}"/>
              </a:ext>
            </a:extLst>
          </p:cNvPr>
          <p:cNvSpPr>
            <a:spLocks noGrp="1"/>
          </p:cNvSpPr>
          <p:nvPr/>
        </p:nvSpPr>
        <p:spPr>
          <a:xfrm>
            <a:off x="438150" y="4238625"/>
            <a:ext cx="3619500" cy="2162175"/>
          </a:xfrm>
          <a:prstGeom prst="roundRect">
            <a:avLst>
              <a:gd name="adj" fmla="val 5286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2AEE94-5C96-4C1A-871A-CCD9659A0414}"/>
              </a:ext>
            </a:extLst>
          </p:cNvPr>
          <p:cNvSpPr>
            <a:spLocks noGrp="1"/>
          </p:cNvSpPr>
          <p:nvPr/>
        </p:nvSpPr>
        <p:spPr>
          <a:xfrm>
            <a:off x="552449" y="4210050"/>
            <a:ext cx="35147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en-US" sz="16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📂</a:t>
            </a:r>
            <a:r>
              <a:rPr sz="16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  2) Loading Helpers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A5BF284-F5A2-4EF2-A3D8-0EA65D5D29B2}"/>
              </a:ext>
            </a:extLst>
          </p:cNvPr>
          <p:cNvSpPr>
            <a:spLocks noGrp="1"/>
          </p:cNvSpPr>
          <p:nvPr/>
        </p:nvSpPr>
        <p:spPr>
          <a:xfrm>
            <a:off x="571500" y="4791075"/>
            <a:ext cx="3352800" cy="0"/>
          </a:xfrm>
          <a:prstGeom prst="line">
            <a:avLst/>
          </a:prstGeom>
          <a:noFill/>
          <a:ln w="13335">
            <a:solidFill>
              <a:srgbClr val="6331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22D1B8-5C5A-4AAA-8982-E5F83F912B07}"/>
              </a:ext>
            </a:extLst>
          </p:cNvPr>
          <p:cNvSpPr>
            <a:spLocks noGrp="1"/>
          </p:cNvSpPr>
          <p:nvPr/>
        </p:nvSpPr>
        <p:spPr>
          <a:xfrm>
            <a:off x="571500" y="4886325"/>
            <a:ext cx="33528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loadQuestions()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loadQuestionsForDifficulty(int difficulty)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questionFileForDifficulty(int difficulty)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countQuestionsInFile(const string&amp; file)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addQuestion(Question* q)</a:t>
            </a:r>
          </a:p>
          <a:p>
            <a:pPr algn="l">
              <a:lnSpc>
                <a:spcPct val="104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applyDifficulty(int difficulty)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071C73-12E3-434D-B463-6767C817A84D}"/>
              </a:ext>
            </a:extLst>
          </p:cNvPr>
          <p:cNvSpPr>
            <a:spLocks noGrp="1"/>
          </p:cNvSpPr>
          <p:nvPr/>
        </p:nvSpPr>
        <p:spPr>
          <a:xfrm>
            <a:off x="4905375" y="2257425"/>
            <a:ext cx="3419475" cy="3581400"/>
          </a:xfrm>
          <a:prstGeom prst="roundRect">
            <a:avLst>
              <a:gd name="adj" fmla="val 334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18C97-7FDD-46EC-9921-824160843665}"/>
              </a:ext>
            </a:extLst>
          </p:cNvPr>
          <p:cNvSpPr>
            <a:spLocks noGrp="1"/>
          </p:cNvSpPr>
          <p:nvPr/>
        </p:nvSpPr>
        <p:spPr>
          <a:xfrm>
            <a:off x="5019675" y="2333625"/>
            <a:ext cx="3190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  QuizGame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ED30012-98FF-4CC4-A4F7-501845ED4A94}"/>
              </a:ext>
            </a:extLst>
          </p:cNvPr>
          <p:cNvSpPr>
            <a:spLocks noGrp="1"/>
          </p:cNvSpPr>
          <p:nvPr/>
        </p:nvSpPr>
        <p:spPr>
          <a:xfrm>
            <a:off x="5038725" y="3076575"/>
            <a:ext cx="3152775" cy="0"/>
          </a:xfrm>
          <a:prstGeom prst="line">
            <a:avLst/>
          </a:prstGeom>
          <a:noFill/>
          <a:ln w="13335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69E71-8DA9-48A8-A751-FD160A800E61}"/>
              </a:ext>
            </a:extLst>
          </p:cNvPr>
          <p:cNvSpPr>
            <a:spLocks noGrp="1"/>
          </p:cNvSpPr>
          <p:nvPr/>
        </p:nvSpPr>
        <p:spPr>
          <a:xfrm>
            <a:off x="5038725" y="3228975"/>
            <a:ext cx="3152775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vector&lt;Question*&gt; m_questions</a:t>
            </a:r>
          </a:p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Player m_player</a:t>
            </a:r>
          </a:p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Leaderboard m_leaderboard</a:t>
            </a:r>
          </a:p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m_difficulty</a:t>
            </a:r>
          </a:p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m_targetScore</a:t>
            </a:r>
          </a:p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m_startLives</a:t>
            </a:r>
          </a:p>
          <a:p>
            <a:pPr algn="l">
              <a:lnSpc>
                <a:spcPct val="107000"/>
              </a:lnSpc>
              <a:buNone/>
              <a:defRPr sz="1575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m_currentIndex</a:t>
            </a:r>
          </a:p>
        </p:txBody>
      </p:sp>
      <p:cxnSp>
        <p:nvCxnSpPr>
          <p:cNvPr id="110" name="Straight Arrow Connector 109"/>
          <p:cNvCxnSpPr>
            <a:stCxn id="8" idx="3"/>
            <a:endCxn id="16" idx="1"/>
          </p:cNvCxnSpPr>
          <p:nvPr/>
        </p:nvCxnSpPr>
        <p:spPr>
          <a:xfrm>
            <a:off x="4057650" y="2833688"/>
            <a:ext cx="847725" cy="1214438"/>
          </a:xfrm>
          <a:prstGeom prst="straightConnector1">
            <a:avLst/>
          </a:prstGeom>
          <a:ln w="18098">
            <a:solidFill>
              <a:srgbClr val="111111"/>
            </a:solidFill>
            <a:prstDash val="dash"/>
            <a:tailEnd type="oval" w="med" len="med"/>
          </a:ln>
        </p:spPr>
      </p:cxnSp>
      <p:cxnSp>
        <p:nvCxnSpPr>
          <p:cNvPr id="111" name="Straight Arrow Connector 110"/>
          <p:cNvCxnSpPr>
            <a:stCxn id="12" idx="3"/>
            <a:endCxn id="16" idx="1"/>
          </p:cNvCxnSpPr>
          <p:nvPr/>
        </p:nvCxnSpPr>
        <p:spPr>
          <a:xfrm flipV="1">
            <a:off x="4057650" y="4048125"/>
            <a:ext cx="847725" cy="1271588"/>
          </a:xfrm>
          <a:prstGeom prst="straightConnector1">
            <a:avLst/>
          </a:prstGeom>
          <a:ln w="18098">
            <a:solidFill>
              <a:srgbClr val="111111"/>
            </a:solidFill>
            <a:prstDash val="dash"/>
            <a:tailEnd type="oval" w="med" len="med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2761090-FF70-48E5-80DF-CA7173D4F504}"/>
              </a:ext>
            </a:extLst>
          </p:cNvPr>
          <p:cNvSpPr>
            <a:spLocks noGrp="1"/>
          </p:cNvSpPr>
          <p:nvPr/>
        </p:nvSpPr>
        <p:spPr>
          <a:xfrm>
            <a:off x="8839200" y="2690812"/>
            <a:ext cx="1905000" cy="2705100"/>
          </a:xfrm>
          <a:prstGeom prst="roundRect">
            <a:avLst>
              <a:gd name="adj" fmla="val 6000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863FE8-51F0-4B41-ADDA-8F3B6DC0D0F3}"/>
              </a:ext>
            </a:extLst>
          </p:cNvPr>
          <p:cNvSpPr>
            <a:spLocks noGrp="1"/>
          </p:cNvSpPr>
          <p:nvPr/>
        </p:nvSpPr>
        <p:spPr>
          <a:xfrm>
            <a:off x="8953500" y="2767012"/>
            <a:ext cx="167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7892"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en-US" sz="1600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▶</a:t>
            </a:r>
            <a:r>
              <a:rPr sz="1425" b="1" i="0" dirty="0">
                <a:solidFill>
                  <a:srgbClr val="D54A0B"/>
                </a:solidFill>
                <a:latin typeface="Arial"/>
                <a:ea typeface="Arial"/>
                <a:cs typeface="Arial"/>
              </a:rPr>
              <a:t>  3) Runtime Flow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F74244A-99AD-453D-AC79-D50009B988D8}"/>
              </a:ext>
            </a:extLst>
          </p:cNvPr>
          <p:cNvSpPr>
            <a:spLocks noGrp="1"/>
          </p:cNvSpPr>
          <p:nvPr/>
        </p:nvSpPr>
        <p:spPr>
          <a:xfrm>
            <a:off x="8972550" y="3281362"/>
            <a:ext cx="1638300" cy="0"/>
          </a:xfrm>
          <a:prstGeom prst="line">
            <a:avLst/>
          </a:prstGeom>
          <a:noFill/>
          <a:ln w="13335">
            <a:solidFill>
              <a:srgbClr val="D54A0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6B7D1-F5B4-4D0D-AA99-81ADBD44B8A2}"/>
              </a:ext>
            </a:extLst>
          </p:cNvPr>
          <p:cNvSpPr>
            <a:spLocks noGrp="1"/>
          </p:cNvSpPr>
          <p:nvPr/>
        </p:nvSpPr>
        <p:spPr>
          <a:xfrm>
            <a:off x="8972550" y="3395662"/>
            <a:ext cx="16383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run()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startNewGame()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openSavesMenu()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playSession()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saveCurrentGame()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updateSaveSlot()</a:t>
            </a:r>
          </a:p>
          <a:p>
            <a:pPr algn="l">
              <a:lnSpc>
                <a:spcPct val="106000"/>
              </a:lnSpc>
              <a:buNone/>
              <a:defRPr sz="12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isWin() const</a:t>
            </a:r>
          </a:p>
        </p:txBody>
      </p:sp>
      <p:cxnSp>
        <p:nvCxnSpPr>
          <p:cNvPr id="116" name="Straight Arrow Connector 115"/>
          <p:cNvCxnSpPr>
            <a:stCxn id="16" idx="3"/>
            <a:endCxn id="22" idx="1"/>
          </p:cNvCxnSpPr>
          <p:nvPr/>
        </p:nvCxnSpPr>
        <p:spPr>
          <a:xfrm flipV="1">
            <a:off x="8324850" y="4043362"/>
            <a:ext cx="514350" cy="4763"/>
          </a:xfrm>
          <a:prstGeom prst="straightConnector1">
            <a:avLst/>
          </a:prstGeom>
          <a:ln w="17145">
            <a:solidFill>
              <a:srgbClr val="111111"/>
            </a:solidFill>
            <a:prstDash val="dash"/>
            <a:tailEnd type="oval" w="med" len="med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E3651AE-A098-46F7-BE17-2A6AB07759FA}"/>
              </a:ext>
            </a:extLst>
          </p:cNvPr>
          <p:cNvSpPr>
            <a:spLocks noGrp="1"/>
          </p:cNvSpPr>
          <p:nvPr/>
        </p:nvSpPr>
        <p:spPr>
          <a:xfrm>
            <a:off x="2000250" y="6591300"/>
            <a:ext cx="8172450" cy="1047750"/>
          </a:xfrm>
          <a:prstGeom prst="roundRect">
            <a:avLst>
              <a:gd name="adj" fmla="val 10909"/>
            </a:avLst>
          </a:prstGeom>
          <a:solidFill>
            <a:srgbClr val="FFF9E9"/>
          </a:solidFill>
          <a:ln w="13335">
            <a:solidFill>
              <a:srgbClr val="D58A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F145CF-DAC9-4186-B690-D367FA838462}"/>
              </a:ext>
            </a:extLst>
          </p:cNvPr>
          <p:cNvSpPr>
            <a:spLocks noGrp="1"/>
          </p:cNvSpPr>
          <p:nvPr/>
        </p:nvSpPr>
        <p:spPr>
          <a:xfrm>
            <a:off x="2190750" y="6724650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0" i="0">
                <a:solidFill>
                  <a:srgbClr val="D58A00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D58A00"/>
                </a:solidFill>
                <a:latin typeface="Arial"/>
                <a:ea typeface="Arial"/>
                <a:cs typeface="Arial"/>
              </a:rPr>
              <a:t>💡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3CEC9B-2D17-4203-8B42-9601E59A331E}"/>
              </a:ext>
            </a:extLst>
          </p:cNvPr>
          <p:cNvSpPr>
            <a:spLocks noGrp="1"/>
          </p:cNvSpPr>
          <p:nvPr/>
        </p:nvSpPr>
        <p:spPr>
          <a:xfrm>
            <a:off x="2838450" y="6743700"/>
            <a:ext cx="7086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>
            <a:normAutofit/>
          </a:bodyPr>
          <a:lstStyle/>
          <a:p>
            <a:pPr algn="l">
              <a:defRPr sz="1425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Important: </a:t>
            </a: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QuizGame </a:t>
            </a:r>
            <a:r>
              <a:rPr sz="14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owns</a:t>
            </a: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 vector&lt;Question*&gt;; therefore it deep-copies
questions via </a:t>
            </a:r>
            <a:r>
              <a:rPr sz="14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clone()</a:t>
            </a:r>
            <a:r>
              <a:rPr sz="1425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 and deletes them in </a:t>
            </a:r>
            <a:r>
              <a:rPr sz="14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clearQuestions()/destructor.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560857D-B21F-40AE-B0B1-AAE2DB0E3380}"/>
              </a:ext>
            </a:extLst>
          </p:cNvPr>
          <p:cNvSpPr>
            <a:spLocks noGrp="1"/>
          </p:cNvSpPr>
          <p:nvPr/>
        </p:nvSpPr>
        <p:spPr>
          <a:xfrm>
            <a:off x="11049000" y="619125"/>
            <a:ext cx="3981450" cy="6762750"/>
          </a:xfrm>
          <a:prstGeom prst="roundRect">
            <a:avLst>
              <a:gd name="adj" fmla="val 2871"/>
            </a:avLst>
          </a:prstGeom>
          <a:solidFill>
            <a:srgbClr val="F7F9FC"/>
          </a:solidFill>
          <a:ln w="11430">
            <a:solidFill>
              <a:srgbClr val="B9C9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632952A-0232-4272-B789-3838E02CBDCE}"/>
              </a:ext>
            </a:extLst>
          </p:cNvPr>
          <p:cNvSpPr>
            <a:spLocks noGrp="1"/>
          </p:cNvSpPr>
          <p:nvPr/>
        </p:nvSpPr>
        <p:spPr>
          <a:xfrm>
            <a:off x="11744325" y="733425"/>
            <a:ext cx="2476500" cy="409575"/>
          </a:xfrm>
          <a:prstGeom prst="roundRect">
            <a:avLst>
              <a:gd name="adj" fmla="val 18605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68F6BF-7605-46A5-8C0B-37836ED672A0}"/>
              </a:ext>
            </a:extLst>
          </p:cNvPr>
          <p:cNvSpPr>
            <a:spLocks noGrp="1"/>
          </p:cNvSpPr>
          <p:nvPr/>
        </p:nvSpPr>
        <p:spPr>
          <a:xfrm>
            <a:off x="11811000" y="78105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5312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Flow (High-Level)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F55DB78-BA72-4DC1-953C-8A5544270633}"/>
              </a:ext>
            </a:extLst>
          </p:cNvPr>
          <p:cNvSpPr>
            <a:spLocks noGrp="1"/>
          </p:cNvSpPr>
          <p:nvPr/>
        </p:nvSpPr>
        <p:spPr>
          <a:xfrm>
            <a:off x="12087225" y="1295400"/>
            <a:ext cx="1828800" cy="409575"/>
          </a:xfrm>
          <a:prstGeom prst="roundRect">
            <a:avLst>
              <a:gd name="adj" fmla="val 23256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C348FB-4287-42A1-8B36-4647A65B0E5C}"/>
              </a:ext>
            </a:extLst>
          </p:cNvPr>
          <p:cNvSpPr>
            <a:spLocks noGrp="1"/>
          </p:cNvSpPr>
          <p:nvPr/>
        </p:nvSpPr>
        <p:spPr>
          <a:xfrm>
            <a:off x="12201525" y="1343025"/>
            <a:ext cx="1600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run()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A148F4C9-35C1-4443-86A7-D2C4C5B7F539}"/>
              </a:ext>
            </a:extLst>
          </p:cNvPr>
          <p:cNvSpPr>
            <a:spLocks noGrp="1"/>
          </p:cNvSpPr>
          <p:nvPr/>
        </p:nvSpPr>
        <p:spPr>
          <a:xfrm>
            <a:off x="12687300" y="1952625"/>
            <a:ext cx="609600" cy="609600"/>
          </a:xfrm>
          <a:prstGeom prst="diamond">
            <a:avLst/>
          </a:prstGeom>
          <a:solidFill>
            <a:srgbClr val="EFF5FD"/>
          </a:solidFill>
          <a:ln w="14288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639A8E5-00CD-4331-8BB5-A8B43619C5E6}"/>
              </a:ext>
            </a:extLst>
          </p:cNvPr>
          <p:cNvSpPr>
            <a:spLocks noGrp="1"/>
          </p:cNvSpPr>
          <p:nvPr/>
        </p:nvSpPr>
        <p:spPr>
          <a:xfrm>
            <a:off x="11220450" y="2733675"/>
            <a:ext cx="1476375" cy="400050"/>
          </a:xfrm>
          <a:prstGeom prst="roundRect">
            <a:avLst>
              <a:gd name="adj" fmla="val 23810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2B33D1-D770-446E-9BEA-7110F4FF470F}"/>
              </a:ext>
            </a:extLst>
          </p:cNvPr>
          <p:cNvSpPr>
            <a:spLocks noGrp="1"/>
          </p:cNvSpPr>
          <p:nvPr/>
        </p:nvSpPr>
        <p:spPr>
          <a:xfrm>
            <a:off x="11334750" y="2781300"/>
            <a:ext cx="1247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70157" lnSpcReduction="2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startNewGame()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5A1121B-23CD-4E61-9EF2-B10C99E64F96}"/>
              </a:ext>
            </a:extLst>
          </p:cNvPr>
          <p:cNvSpPr>
            <a:spLocks noGrp="1"/>
          </p:cNvSpPr>
          <p:nvPr/>
        </p:nvSpPr>
        <p:spPr>
          <a:xfrm>
            <a:off x="13277850" y="2733675"/>
            <a:ext cx="1476375" cy="400050"/>
          </a:xfrm>
          <a:prstGeom prst="roundRect">
            <a:avLst>
              <a:gd name="adj" fmla="val 23810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AE8658-79B9-40FB-B1B9-4B73BA3C0E86}"/>
              </a:ext>
            </a:extLst>
          </p:cNvPr>
          <p:cNvSpPr>
            <a:spLocks noGrp="1"/>
          </p:cNvSpPr>
          <p:nvPr/>
        </p:nvSpPr>
        <p:spPr>
          <a:xfrm>
            <a:off x="13392150" y="2781300"/>
            <a:ext cx="1247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69607" lnSpcReduction="2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openSavesMenu()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2502FF5-574D-4E25-864D-7E51A7873530}"/>
              </a:ext>
            </a:extLst>
          </p:cNvPr>
          <p:cNvSpPr>
            <a:spLocks noGrp="1"/>
          </p:cNvSpPr>
          <p:nvPr/>
        </p:nvSpPr>
        <p:spPr>
          <a:xfrm>
            <a:off x="11753850" y="3609975"/>
            <a:ext cx="2362200" cy="400050"/>
          </a:xfrm>
          <a:prstGeom prst="roundRect">
            <a:avLst>
              <a:gd name="adj" fmla="val 23810"/>
            </a:avLst>
          </a:prstGeom>
          <a:solidFill>
            <a:srgbClr val="FFF9E9"/>
          </a:solidFill>
          <a:ln w="17145">
            <a:solidFill>
              <a:srgbClr val="D58A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1EEBF9-ED7F-4BF1-BA25-777E9F26221E}"/>
              </a:ext>
            </a:extLst>
          </p:cNvPr>
          <p:cNvSpPr>
            <a:spLocks noGrp="1"/>
          </p:cNvSpPr>
          <p:nvPr/>
        </p:nvSpPr>
        <p:spPr>
          <a:xfrm>
            <a:off x="11868150" y="36576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7222" lnSpcReduction="2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D58A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58A00"/>
                </a:solidFill>
                <a:latin typeface="Arial"/>
                <a:ea typeface="Arial"/>
                <a:cs typeface="Arial"/>
              </a:rPr>
              <a:t>☷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8C649E-EC7B-46CA-84EB-968C7D2921ED}"/>
              </a:ext>
            </a:extLst>
          </p:cNvPr>
          <p:cNvSpPr>
            <a:spLocks noGrp="1"/>
          </p:cNvSpPr>
          <p:nvPr/>
        </p:nvSpPr>
        <p:spPr>
          <a:xfrm>
            <a:off x="12306300" y="36576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4607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8A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8A00"/>
                </a:solidFill>
                <a:latin typeface="Arial"/>
                <a:ea typeface="Arial"/>
                <a:cs typeface="Arial"/>
              </a:rPr>
              <a:t>applyDifficulty(int)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24CEB16-9228-4512-879C-56CB5E7AF040}"/>
              </a:ext>
            </a:extLst>
          </p:cNvPr>
          <p:cNvSpPr>
            <a:spLocks noGrp="1"/>
          </p:cNvSpPr>
          <p:nvPr/>
        </p:nvSpPr>
        <p:spPr>
          <a:xfrm>
            <a:off x="11620500" y="4267200"/>
            <a:ext cx="2619375" cy="409575"/>
          </a:xfrm>
          <a:prstGeom prst="roundRect">
            <a:avLst>
              <a:gd name="adj" fmla="val 23256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215256-E870-49E9-B35E-12C3242EF390}"/>
              </a:ext>
            </a:extLst>
          </p:cNvPr>
          <p:cNvSpPr>
            <a:spLocks noGrp="1"/>
          </p:cNvSpPr>
          <p:nvPr/>
        </p:nvSpPr>
        <p:spPr>
          <a:xfrm>
            <a:off x="11734800" y="4314825"/>
            <a:ext cx="457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2500" lnSpcReduction="2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📂</a:t>
            </a:r>
            <a:endParaRPr sz="2250" b="1" i="0" dirty="0">
              <a:solidFill>
                <a:srgbClr val="6331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7F6289-B386-4DB5-94A5-20AC71B3FAC5}"/>
              </a:ext>
            </a:extLst>
          </p:cNvPr>
          <p:cNvSpPr>
            <a:spLocks noGrp="1"/>
          </p:cNvSpPr>
          <p:nvPr/>
        </p:nvSpPr>
        <p:spPr>
          <a:xfrm>
            <a:off x="12172950" y="4314825"/>
            <a:ext cx="203834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65627" lnSpcReduction="20000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500" b="1" i="0" dirty="0" err="1">
                <a:solidFill>
                  <a:srgbClr val="633199"/>
                </a:solidFill>
                <a:latin typeface="Arial"/>
                <a:ea typeface="Arial"/>
                <a:cs typeface="Arial"/>
              </a:rPr>
              <a:t>loadQuestionsForDifficulty</a:t>
            </a:r>
            <a:r>
              <a:rPr sz="1500" b="1" i="0" dirty="0">
                <a:solidFill>
                  <a:srgbClr val="633199"/>
                </a:solidFill>
                <a:latin typeface="Arial"/>
                <a:ea typeface="Arial"/>
                <a:cs typeface="Arial"/>
              </a:rPr>
              <a:t>(int)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7A97340-67A9-411E-8A87-56E9ABEA8200}"/>
              </a:ext>
            </a:extLst>
          </p:cNvPr>
          <p:cNvSpPr>
            <a:spLocks noGrp="1"/>
          </p:cNvSpPr>
          <p:nvPr/>
        </p:nvSpPr>
        <p:spPr>
          <a:xfrm>
            <a:off x="11753850" y="4914900"/>
            <a:ext cx="2362200" cy="409575"/>
          </a:xfrm>
          <a:prstGeom prst="roundRect">
            <a:avLst>
              <a:gd name="adj" fmla="val 23256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8AA775-658B-4E78-A33E-E97E5F3EF5F8}"/>
              </a:ext>
            </a:extLst>
          </p:cNvPr>
          <p:cNvSpPr>
            <a:spLocks noGrp="1"/>
          </p:cNvSpPr>
          <p:nvPr/>
        </p:nvSpPr>
        <p:spPr>
          <a:xfrm>
            <a:off x="11868150" y="4962525"/>
            <a:ext cx="457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2500" lnSpcReduction="2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🎮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66CE02-61C0-4272-8A38-BA060F7EBA22}"/>
              </a:ext>
            </a:extLst>
          </p:cNvPr>
          <p:cNvSpPr>
            <a:spLocks noGrp="1"/>
          </p:cNvSpPr>
          <p:nvPr/>
        </p:nvSpPr>
        <p:spPr>
          <a:xfrm>
            <a:off x="12306300" y="4962525"/>
            <a:ext cx="16954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playSession()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828C631-84E8-4C94-AE2B-1189DCEFDB31}"/>
              </a:ext>
            </a:extLst>
          </p:cNvPr>
          <p:cNvSpPr>
            <a:spLocks noGrp="1"/>
          </p:cNvSpPr>
          <p:nvPr/>
        </p:nvSpPr>
        <p:spPr>
          <a:xfrm>
            <a:off x="11753850" y="5562600"/>
            <a:ext cx="2362200" cy="409575"/>
          </a:xfrm>
          <a:prstGeom prst="roundRect">
            <a:avLst>
              <a:gd name="adj" fmla="val 23256"/>
            </a:avLst>
          </a:prstGeom>
          <a:solidFill>
            <a:srgbClr val="FFF3F1"/>
          </a:solidFill>
          <a:ln w="17145">
            <a:solidFill>
              <a:srgbClr val="C82C1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6ABBDF-3148-41D7-AECA-2989541DA89A}"/>
              </a:ext>
            </a:extLst>
          </p:cNvPr>
          <p:cNvSpPr>
            <a:spLocks noGrp="1"/>
          </p:cNvSpPr>
          <p:nvPr/>
        </p:nvSpPr>
        <p:spPr>
          <a:xfrm>
            <a:off x="11868150" y="5610225"/>
            <a:ext cx="457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2500" lnSpcReduction="2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⚑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7927DF-4AF9-48CA-8294-0FE237F4CCF4}"/>
              </a:ext>
            </a:extLst>
          </p:cNvPr>
          <p:cNvSpPr>
            <a:spLocks noGrp="1"/>
          </p:cNvSpPr>
          <p:nvPr/>
        </p:nvSpPr>
        <p:spPr>
          <a:xfrm>
            <a:off x="12306300" y="5610225"/>
            <a:ext cx="16954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C82C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82C18"/>
                </a:solidFill>
                <a:latin typeface="Arial"/>
                <a:ea typeface="Arial"/>
                <a:cs typeface="Arial"/>
              </a:rPr>
              <a:t>showGameOver()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6EC8234-562C-4DC0-96CD-EBBF386C029B}"/>
              </a:ext>
            </a:extLst>
          </p:cNvPr>
          <p:cNvSpPr>
            <a:spLocks noGrp="1"/>
          </p:cNvSpPr>
          <p:nvPr/>
        </p:nvSpPr>
        <p:spPr>
          <a:xfrm>
            <a:off x="11753850" y="6210300"/>
            <a:ext cx="2362200" cy="409575"/>
          </a:xfrm>
          <a:prstGeom prst="roundRect">
            <a:avLst>
              <a:gd name="adj" fmla="val 23256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BD43EE-733E-48F2-84F6-028A533BBCE1}"/>
              </a:ext>
            </a:extLst>
          </p:cNvPr>
          <p:cNvSpPr>
            <a:spLocks noGrp="1"/>
          </p:cNvSpPr>
          <p:nvPr/>
        </p:nvSpPr>
        <p:spPr>
          <a:xfrm>
            <a:off x="11868150" y="6257925"/>
            <a:ext cx="457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2500" lnSpcReduction="2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🏆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4EF62D-55EF-405C-A137-483258A48BB4}"/>
              </a:ext>
            </a:extLst>
          </p:cNvPr>
          <p:cNvSpPr>
            <a:spLocks noGrp="1"/>
          </p:cNvSpPr>
          <p:nvPr/>
        </p:nvSpPr>
        <p:spPr>
          <a:xfrm>
            <a:off x="12306300" y="6257925"/>
            <a:ext cx="16954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submitResult()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F79E391-F1D0-48AC-A801-1F8667602A8B}"/>
              </a:ext>
            </a:extLst>
          </p:cNvPr>
          <p:cNvSpPr>
            <a:spLocks noGrp="1"/>
          </p:cNvSpPr>
          <p:nvPr/>
        </p:nvSpPr>
        <p:spPr>
          <a:xfrm>
            <a:off x="11753850" y="6858000"/>
            <a:ext cx="2362200" cy="409575"/>
          </a:xfrm>
          <a:prstGeom prst="roundRect">
            <a:avLst>
              <a:gd name="adj" fmla="val 23256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DCC407-10AD-4B71-A1EB-9EF139036745}"/>
              </a:ext>
            </a:extLst>
          </p:cNvPr>
          <p:cNvSpPr>
            <a:spLocks noGrp="1"/>
          </p:cNvSpPr>
          <p:nvPr/>
        </p:nvSpPr>
        <p:spPr>
          <a:xfrm>
            <a:off x="11868150" y="6905625"/>
            <a:ext cx="457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2500" lnSpcReduction="20000"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lang="he-IL" sz="2250" b="1" dirty="0"/>
              <a:t>💾</a:t>
            </a:r>
            <a:endParaRPr sz="2250" b="1" i="0" dirty="0">
              <a:solidFill>
                <a:srgbClr val="D54A0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B01CE36-08EE-4130-A660-AADF753B98F3}"/>
              </a:ext>
            </a:extLst>
          </p:cNvPr>
          <p:cNvSpPr>
            <a:spLocks noGrp="1"/>
          </p:cNvSpPr>
          <p:nvPr/>
        </p:nvSpPr>
        <p:spPr>
          <a:xfrm>
            <a:off x="12306300" y="6905625"/>
            <a:ext cx="16954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updateSaveSlot()</a:t>
            </a:r>
          </a:p>
        </p:txBody>
      </p:sp>
      <p:cxnSp>
        <p:nvCxnSpPr>
          <p:cNvPr id="148" name="Straight Arrow Connector 147"/>
          <p:cNvCxnSpPr>
            <a:stCxn id="33" idx="2"/>
            <a:endCxn id="35" idx="0"/>
          </p:cNvCxnSpPr>
          <p:nvPr/>
        </p:nvCxnSpPr>
        <p:spPr>
          <a:xfrm flipH="1">
            <a:off x="12992100" y="1704975"/>
            <a:ext cx="9525" cy="247650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9" name="Connector: Elbow 148"/>
          <p:cNvCxnSpPr>
            <a:stCxn id="35" idx="1"/>
            <a:endCxn id="36" idx="0"/>
          </p:cNvCxnSpPr>
          <p:nvPr/>
        </p:nvCxnSpPr>
        <p:spPr>
          <a:xfrm flipH="1">
            <a:off x="11958638" y="2257425"/>
            <a:ext cx="728663" cy="476250"/>
          </a:xfrm>
          <a:prstGeom prst="bentConnector2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0" name="Connector: Elbow 149"/>
          <p:cNvCxnSpPr>
            <a:stCxn id="35" idx="3"/>
            <a:endCxn id="38" idx="0"/>
          </p:cNvCxnSpPr>
          <p:nvPr/>
        </p:nvCxnSpPr>
        <p:spPr>
          <a:xfrm>
            <a:off x="13296900" y="2257425"/>
            <a:ext cx="719138" cy="476250"/>
          </a:xfrm>
          <a:prstGeom prst="bentConnector2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1" name="Connector: Elbow 150"/>
          <p:cNvCxnSpPr>
            <a:stCxn id="36" idx="2"/>
            <a:endCxn id="40" idx="0"/>
          </p:cNvCxnSpPr>
          <p:nvPr/>
        </p:nvCxnSpPr>
        <p:spPr>
          <a:xfrm>
            <a:off x="11958638" y="3133725"/>
            <a:ext cx="976313" cy="4762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2" name="Connector: Elbow 151"/>
          <p:cNvCxnSpPr>
            <a:cxnSpLocks/>
            <a:stCxn id="38" idx="2"/>
            <a:endCxn id="40" idx="0"/>
          </p:cNvCxnSpPr>
          <p:nvPr/>
        </p:nvCxnSpPr>
        <p:spPr>
          <a:xfrm flipH="1">
            <a:off x="12934950" y="3133725"/>
            <a:ext cx="1081088" cy="4762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3" name="Straight Arrow Connector 152"/>
          <p:cNvCxnSpPr>
            <a:stCxn id="40" idx="2"/>
            <a:endCxn id="43" idx="0"/>
          </p:cNvCxnSpPr>
          <p:nvPr/>
        </p:nvCxnSpPr>
        <p:spPr>
          <a:xfrm flipH="1">
            <a:off x="12930188" y="4010025"/>
            <a:ext cx="4763" cy="257175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4" name="Straight Arrow Connector 153"/>
          <p:cNvCxnSpPr>
            <a:stCxn id="43" idx="2"/>
            <a:endCxn id="46" idx="0"/>
          </p:cNvCxnSpPr>
          <p:nvPr/>
        </p:nvCxnSpPr>
        <p:spPr>
          <a:xfrm>
            <a:off x="12930188" y="4676775"/>
            <a:ext cx="4763" cy="238125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5" name="Straight Arrow Connector 154"/>
          <p:cNvCxnSpPr>
            <a:stCxn id="46" idx="2"/>
            <a:endCxn id="49" idx="0"/>
          </p:cNvCxnSpPr>
          <p:nvPr/>
        </p:nvCxnSpPr>
        <p:spPr>
          <a:xfrm>
            <a:off x="12934950" y="5324475"/>
            <a:ext cx="0" cy="238125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6" name="Straight Arrow Connector 155"/>
          <p:cNvCxnSpPr>
            <a:stCxn id="49" idx="2"/>
            <a:endCxn id="52" idx="0"/>
          </p:cNvCxnSpPr>
          <p:nvPr/>
        </p:nvCxnSpPr>
        <p:spPr>
          <a:xfrm>
            <a:off x="12934950" y="5972175"/>
            <a:ext cx="0" cy="238125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7" name="Straight Arrow Connector 156"/>
          <p:cNvCxnSpPr>
            <a:stCxn id="52" idx="2"/>
            <a:endCxn id="55" idx="0"/>
          </p:cNvCxnSpPr>
          <p:nvPr/>
        </p:nvCxnSpPr>
        <p:spPr>
          <a:xfrm>
            <a:off x="12934950" y="6619875"/>
            <a:ext cx="0" cy="238125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8" name="Straight Connector 67">
            <a:extLst>
              <a:ext uri="{FF2B5EF4-FFF2-40B4-BE49-F238E27FC236}">
                <a16:creationId xmlns:a16="http://schemas.microsoft.com/office/drawing/2014/main" id="{F757105D-619E-43F2-A224-3BCBFDB05AE0}"/>
              </a:ext>
            </a:extLst>
          </p:cNvPr>
          <p:cNvSpPr>
            <a:spLocks noGrp="1"/>
          </p:cNvSpPr>
          <p:nvPr/>
        </p:nvSpPr>
        <p:spPr>
          <a:xfrm>
            <a:off x="12992100" y="1704975"/>
            <a:ext cx="0" cy="24765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ACE35FC-C379-404A-968B-2F18E495EF85}"/>
              </a:ext>
            </a:extLst>
          </p:cNvPr>
          <p:cNvSpPr>
            <a:spLocks noGrp="1"/>
          </p:cNvSpPr>
          <p:nvPr/>
        </p:nvSpPr>
        <p:spPr>
          <a:xfrm>
            <a:off x="12887325" y="179070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72" name="Straight Connector 71">
            <a:extLst>
              <a:ext uri="{FF2B5EF4-FFF2-40B4-BE49-F238E27FC236}">
                <a16:creationId xmlns:a16="http://schemas.microsoft.com/office/drawing/2014/main" id="{6D18BA98-4601-40AA-9FFC-2ACE5FD4AB37}"/>
              </a:ext>
            </a:extLst>
          </p:cNvPr>
          <p:cNvSpPr>
            <a:spLocks noGrp="1"/>
          </p:cNvSpPr>
          <p:nvPr/>
        </p:nvSpPr>
        <p:spPr>
          <a:xfrm>
            <a:off x="11953875" y="2638425"/>
            <a:ext cx="0" cy="9525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3" name="Straight Connector 72">
            <a:extLst>
              <a:ext uri="{FF2B5EF4-FFF2-40B4-BE49-F238E27FC236}">
                <a16:creationId xmlns:a16="http://schemas.microsoft.com/office/drawing/2014/main" id="{91031273-BC49-4EA4-939A-DB8D814A68D0}"/>
              </a:ext>
            </a:extLst>
          </p:cNvPr>
          <p:cNvSpPr>
            <a:spLocks noGrp="1"/>
          </p:cNvSpPr>
          <p:nvPr/>
        </p:nvSpPr>
        <p:spPr>
          <a:xfrm>
            <a:off x="14020800" y="2638425"/>
            <a:ext cx="0" cy="9525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9" name="Straight Connector 78">
            <a:extLst>
              <a:ext uri="{FF2B5EF4-FFF2-40B4-BE49-F238E27FC236}">
                <a16:creationId xmlns:a16="http://schemas.microsoft.com/office/drawing/2014/main" id="{483F24E6-8668-4118-867C-261C9B7269AB}"/>
              </a:ext>
            </a:extLst>
          </p:cNvPr>
          <p:cNvSpPr>
            <a:spLocks noGrp="1"/>
          </p:cNvSpPr>
          <p:nvPr/>
        </p:nvSpPr>
        <p:spPr>
          <a:xfrm>
            <a:off x="12934950" y="3400425"/>
            <a:ext cx="0" cy="20955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8D8E320-1F53-44AA-9DDC-CABFC65B94FF}"/>
              </a:ext>
            </a:extLst>
          </p:cNvPr>
          <p:cNvSpPr>
            <a:spLocks noGrp="1"/>
          </p:cNvSpPr>
          <p:nvPr/>
        </p:nvSpPr>
        <p:spPr>
          <a:xfrm>
            <a:off x="12830175" y="347662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A04D01B1-66BC-4A88-8491-5B289282F7A7}"/>
              </a:ext>
            </a:extLst>
          </p:cNvPr>
          <p:cNvSpPr>
            <a:spLocks noGrp="1"/>
          </p:cNvSpPr>
          <p:nvPr/>
        </p:nvSpPr>
        <p:spPr>
          <a:xfrm>
            <a:off x="12934950" y="4010025"/>
            <a:ext cx="0" cy="257175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027B8C4-FD03-49A2-A02B-C47F3C3A8EFA}"/>
              </a:ext>
            </a:extLst>
          </p:cNvPr>
          <p:cNvSpPr>
            <a:spLocks noGrp="1"/>
          </p:cNvSpPr>
          <p:nvPr/>
        </p:nvSpPr>
        <p:spPr>
          <a:xfrm>
            <a:off x="12830175" y="41433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FE4ACA0D-ABC4-4918-AF60-D5C44104704C}"/>
              </a:ext>
            </a:extLst>
          </p:cNvPr>
          <p:cNvSpPr>
            <a:spLocks noGrp="1"/>
          </p:cNvSpPr>
          <p:nvPr/>
        </p:nvSpPr>
        <p:spPr>
          <a:xfrm>
            <a:off x="12934950" y="4676775"/>
            <a:ext cx="0" cy="238125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8FF54D2-068C-4F53-95C2-5033CA9363FD}"/>
              </a:ext>
            </a:extLst>
          </p:cNvPr>
          <p:cNvSpPr>
            <a:spLocks noGrp="1"/>
          </p:cNvSpPr>
          <p:nvPr/>
        </p:nvSpPr>
        <p:spPr>
          <a:xfrm>
            <a:off x="12830175" y="47910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A242D031-7C0C-49D4-B885-D82E43072B21}"/>
              </a:ext>
            </a:extLst>
          </p:cNvPr>
          <p:cNvSpPr>
            <a:spLocks noGrp="1"/>
          </p:cNvSpPr>
          <p:nvPr/>
        </p:nvSpPr>
        <p:spPr>
          <a:xfrm>
            <a:off x="12934950" y="5324475"/>
            <a:ext cx="0" cy="238125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5DBEC7A-34F0-48AC-B199-97812188BCC9}"/>
              </a:ext>
            </a:extLst>
          </p:cNvPr>
          <p:cNvSpPr>
            <a:spLocks noGrp="1"/>
          </p:cNvSpPr>
          <p:nvPr/>
        </p:nvSpPr>
        <p:spPr>
          <a:xfrm>
            <a:off x="12830175" y="54387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7" name="Straight Connector 86">
            <a:extLst>
              <a:ext uri="{FF2B5EF4-FFF2-40B4-BE49-F238E27FC236}">
                <a16:creationId xmlns:a16="http://schemas.microsoft.com/office/drawing/2014/main" id="{3AB748BF-989D-49CF-99A0-068EA13C8432}"/>
              </a:ext>
            </a:extLst>
          </p:cNvPr>
          <p:cNvSpPr>
            <a:spLocks noGrp="1"/>
          </p:cNvSpPr>
          <p:nvPr/>
        </p:nvSpPr>
        <p:spPr>
          <a:xfrm>
            <a:off x="12934950" y="5972175"/>
            <a:ext cx="0" cy="238125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489DD4D-5BD3-4473-8ADF-3A6E42CC67F9}"/>
              </a:ext>
            </a:extLst>
          </p:cNvPr>
          <p:cNvSpPr>
            <a:spLocks noGrp="1"/>
          </p:cNvSpPr>
          <p:nvPr/>
        </p:nvSpPr>
        <p:spPr>
          <a:xfrm>
            <a:off x="12830175" y="60864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68284C42-8344-4468-8429-0D07C4A99B25}"/>
              </a:ext>
            </a:extLst>
          </p:cNvPr>
          <p:cNvSpPr>
            <a:spLocks noGrp="1"/>
          </p:cNvSpPr>
          <p:nvPr/>
        </p:nvSpPr>
        <p:spPr>
          <a:xfrm>
            <a:off x="12934950" y="6619875"/>
            <a:ext cx="0" cy="238125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63B181D-2A3A-4798-ABDA-7DEAEF30921B}"/>
              </a:ext>
            </a:extLst>
          </p:cNvPr>
          <p:cNvSpPr>
            <a:spLocks noGrp="1"/>
          </p:cNvSpPr>
          <p:nvPr/>
        </p:nvSpPr>
        <p:spPr>
          <a:xfrm>
            <a:off x="12830175" y="6734175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88653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border-10">
            <a:extLst>
              <a:ext uri="{FF2B5EF4-FFF2-40B4-BE49-F238E27FC236}">
                <a16:creationId xmlns:a16="http://schemas.microsoft.com/office/drawing/2014/main" id="{7A6E1727-984E-48E1-802D-F1B6C6A5D81F}"/>
              </a:ext>
            </a:extLst>
          </p:cNvPr>
          <p:cNvSpPr>
            <a:spLocks noGrp="1"/>
          </p:cNvSpPr>
          <p:nvPr/>
        </p:nvSpPr>
        <p:spPr>
          <a:xfrm>
            <a:off x="9525" y="9525"/>
            <a:ext cx="15220950" cy="8553450"/>
          </a:xfrm>
          <a:prstGeom prst="roundRect">
            <a:avLst>
              <a:gd name="adj" fmla="val 1114"/>
            </a:avLst>
          </a:prstGeom>
          <a:noFill/>
          <a:ln w="12383">
            <a:solidFill>
              <a:srgbClr val="44625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accent-10">
            <a:extLst>
              <a:ext uri="{FF2B5EF4-FFF2-40B4-BE49-F238E27FC236}">
                <a16:creationId xmlns:a16="http://schemas.microsoft.com/office/drawing/2014/main" id="{AF55EBC1-D028-45CF-99A0-D05FDD8B1CF9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114300" cy="1028700"/>
          </a:xfrm>
          <a:prstGeom prst="roundRect">
            <a:avLst>
              <a:gd name="adj" fmla="val 41667"/>
            </a:avLst>
          </a:prstGeom>
          <a:solidFill>
            <a:srgbClr val="0D4F9B"/>
          </a:solidFill>
          <a:ln w="0">
            <a:solidFill>
              <a:srgbClr val="0D4F9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648E51-BD0D-4EB9-A91F-C0ED86D39FA5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400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275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Program Flow from main.cpp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B3979-1407-4B2F-BE6F-0CC17CA241C0}"/>
              </a:ext>
            </a:extLst>
          </p:cNvPr>
          <p:cNvSpPr>
            <a:spLocks noGrp="1"/>
          </p:cNvSpPr>
          <p:nvPr/>
        </p:nvSpPr>
        <p:spPr>
          <a:xfrm>
            <a:off x="523875" y="895350"/>
            <a:ext cx="1333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344B7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344B70"/>
                </a:solidFill>
                <a:latin typeface="Arial"/>
                <a:ea typeface="Arial"/>
                <a:cs typeface="Arial"/>
              </a:rPr>
              <a:t>End-to-end execution sequence</a:t>
            </a:r>
          </a:p>
        </p:txBody>
      </p:sp>
      <p:sp>
        <p:nvSpPr>
          <p:cNvPr id="5" name="footer-10">
            <a:extLst>
              <a:ext uri="{FF2B5EF4-FFF2-40B4-BE49-F238E27FC236}">
                <a16:creationId xmlns:a16="http://schemas.microsoft.com/office/drawing/2014/main" id="{5A826A08-3AF2-49AF-9B80-2763B20B9B74}"/>
              </a:ext>
            </a:extLst>
          </p:cNvPr>
          <p:cNvSpPr>
            <a:spLocks noGrp="1"/>
          </p:cNvSpPr>
          <p:nvPr/>
        </p:nvSpPr>
        <p:spPr>
          <a:xfrm>
            <a:off x="0" y="7905750"/>
            <a:ext cx="15240000" cy="666750"/>
          </a:xfrm>
          <a:prstGeom prst="rect">
            <a:avLst/>
          </a:prstGeom>
          <a:gradFill>
            <a:gsLst>
              <a:gs pos="0">
                <a:srgbClr val="052C52"/>
              </a:gs>
              <a:gs pos="100000">
                <a:srgbClr val="073D6D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B751C5-B445-4385-B0CA-4374C3E58A35}"/>
              </a:ext>
            </a:extLst>
          </p:cNvPr>
          <p:cNvSpPr>
            <a:spLocks noGrp="1"/>
          </p:cNvSpPr>
          <p:nvPr/>
        </p:nvSpPr>
        <p:spPr>
          <a:xfrm>
            <a:off x="4810125" y="80581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Figure 10. Program flow from main.cpp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27A42B-63E3-4BDC-98AC-274D2C4E8740}"/>
              </a:ext>
            </a:extLst>
          </p:cNvPr>
          <p:cNvSpPr>
            <a:spLocks noGrp="1"/>
          </p:cNvSpPr>
          <p:nvPr/>
        </p:nvSpPr>
        <p:spPr>
          <a:xfrm>
            <a:off x="14525625" y="80200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2489" lnSpcReduction="10000"/>
          </a:bodyPr>
          <a:lstStyle/>
          <a:p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397E7E-27C0-49B1-A158-A376B77209AF}"/>
              </a:ext>
            </a:extLst>
          </p:cNvPr>
          <p:cNvSpPr>
            <a:spLocks noGrp="1"/>
          </p:cNvSpPr>
          <p:nvPr/>
        </p:nvSpPr>
        <p:spPr>
          <a:xfrm>
            <a:off x="504825" y="2600325"/>
            <a:ext cx="3038475" cy="3086100"/>
          </a:xfrm>
          <a:prstGeom prst="roundRect">
            <a:avLst>
              <a:gd name="adj" fmla="val 3762"/>
            </a:avLst>
          </a:prstGeom>
          <a:solidFill>
            <a:srgbClr val="24282D"/>
          </a:solidFill>
          <a:ln w="11430">
            <a:solidFill>
              <a:srgbClr val="4F565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E6690-37BB-473A-9D46-E4EFDBBB3E61}"/>
              </a:ext>
            </a:extLst>
          </p:cNvPr>
          <p:cNvSpPr>
            <a:spLocks noGrp="1"/>
          </p:cNvSpPr>
          <p:nvPr/>
        </p:nvSpPr>
        <p:spPr>
          <a:xfrm>
            <a:off x="504825" y="2600325"/>
            <a:ext cx="3038475" cy="504825"/>
          </a:xfrm>
          <a:prstGeom prst="rect">
            <a:avLst/>
          </a:prstGeom>
          <a:gradFill>
            <a:gsLst>
              <a:gs pos="0">
                <a:srgbClr val="7440A6"/>
              </a:gs>
              <a:gs pos="100000">
                <a:srgbClr val="513083"/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707142-3309-4674-9ECD-A3A4968A04EA}"/>
              </a:ext>
            </a:extLst>
          </p:cNvPr>
          <p:cNvSpPr>
            <a:spLocks noGrp="1"/>
          </p:cNvSpPr>
          <p:nvPr/>
        </p:nvSpPr>
        <p:spPr>
          <a:xfrm>
            <a:off x="695325" y="26860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▧  main.cpp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48322-EA98-4E08-928D-CBF995424DB2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22860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spcAft>
                <a:spcPts val="22"/>
              </a:spcAft>
              <a:defRPr sz="2025">
                <a:latin typeface="Courier New"/>
                <a:ea typeface="Courier New"/>
                <a:cs typeface="Courier New"/>
              </a:defRPr>
            </a:pPr>
            <a:r>
              <a:rPr sz="2025">
                <a:solidFill>
                  <a:srgbClr val="6CD475"/>
                </a:solidFill>
                <a:latin typeface="Courier New"/>
                <a:ea typeface="Courier New"/>
                <a:cs typeface="Courier New"/>
              </a:rPr>
              <a:t>ConsoleUI</a:t>
            </a:r>
            <a:r>
              <a:rPr sz="20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ui;</a:t>
            </a:r>
          </a:p>
          <a:p>
            <a:pPr>
              <a:spcAft>
                <a:spcPts val="22"/>
              </a:spcAft>
              <a:defRPr sz="2025">
                <a:latin typeface="Courier New"/>
                <a:ea typeface="Courier New"/>
                <a:cs typeface="Courier New"/>
              </a:defRPr>
            </a:pPr>
            <a:r>
              <a:rPr sz="2025">
                <a:solidFill>
                  <a:srgbClr val="58B9ED"/>
                </a:solidFill>
                <a:latin typeface="Courier New"/>
                <a:ea typeface="Courier New"/>
                <a:cs typeface="Courier New"/>
              </a:rPr>
              <a:t>QuizGame</a:t>
            </a:r>
            <a:r>
              <a:rPr sz="20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game;</a:t>
            </a:r>
          </a:p>
          <a:p>
            <a:pPr>
              <a:spcAft>
                <a:spcPts val="22"/>
              </a:spcAft>
              <a:defRPr sz="2025">
                <a:latin typeface="Courier New"/>
                <a:ea typeface="Courier New"/>
                <a:cs typeface="Courier New"/>
              </a:defRPr>
            </a:pPr>
            <a:r>
              <a:rPr sz="20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game.</a:t>
            </a:r>
            <a:r>
              <a:rPr sz="2025">
                <a:solidFill>
                  <a:srgbClr val="58B9ED"/>
                </a:solidFill>
                <a:latin typeface="Courier New"/>
                <a:ea typeface="Courier New"/>
                <a:cs typeface="Courier New"/>
              </a:rPr>
              <a:t>run</a:t>
            </a:r>
            <a:r>
              <a:rPr sz="20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25">
                <a:solidFill>
                  <a:srgbClr val="FF9A2E"/>
                </a:solidFill>
                <a:latin typeface="Courier New"/>
                <a:ea typeface="Courier New"/>
                <a:cs typeface="Courier New"/>
              </a:rPr>
              <a:t>ui</a:t>
            </a:r>
            <a:r>
              <a:rPr sz="20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>
              <a:defRPr sz="2025">
                <a:latin typeface="Courier New"/>
                <a:ea typeface="Courier New"/>
                <a:cs typeface="Courier New"/>
              </a:defRPr>
            </a:pPr>
            <a:r>
              <a:rPr sz="2025">
                <a:solidFill>
                  <a:srgbClr val="C17BEA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2025">
                <a:solidFill>
                  <a:srgbClr val="FF9A2E"/>
                </a:solidFill>
                <a:latin typeface="Courier New"/>
                <a:ea typeface="Courier New"/>
                <a:cs typeface="Courier New"/>
              </a:rPr>
              <a:t> 0</a:t>
            </a:r>
            <a:r>
              <a:rPr sz="20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084FF0-ED49-4C6F-88C7-77BC94966DC2}"/>
              </a:ext>
            </a:extLst>
          </p:cNvPr>
          <p:cNvSpPr>
            <a:spLocks noGrp="1"/>
          </p:cNvSpPr>
          <p:nvPr/>
        </p:nvSpPr>
        <p:spPr>
          <a:xfrm>
            <a:off x="5524500" y="1009650"/>
            <a:ext cx="1314450" cy="457200"/>
          </a:xfrm>
          <a:prstGeom prst="roundRect">
            <a:avLst>
              <a:gd name="adj" fmla="val 20833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ED1A4-B48F-4771-83DF-0755DA615F2D}"/>
              </a:ext>
            </a:extLst>
          </p:cNvPr>
          <p:cNvSpPr>
            <a:spLocks noGrp="1"/>
          </p:cNvSpPr>
          <p:nvPr/>
        </p:nvSpPr>
        <p:spPr>
          <a:xfrm>
            <a:off x="5638800" y="1057275"/>
            <a:ext cx="108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▧  main.cpp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F83A80-ABF9-4540-895A-7C2BB664E397}"/>
              </a:ext>
            </a:extLst>
          </p:cNvPr>
          <p:cNvSpPr>
            <a:spLocks noGrp="1"/>
          </p:cNvSpPr>
          <p:nvPr/>
        </p:nvSpPr>
        <p:spPr>
          <a:xfrm>
            <a:off x="7162800" y="1009650"/>
            <a:ext cx="1428750" cy="457200"/>
          </a:xfrm>
          <a:prstGeom prst="roundRect">
            <a:avLst>
              <a:gd name="adj" fmla="val 20833"/>
            </a:avLst>
          </a:prstGeom>
          <a:solidFill>
            <a:srgbClr val="EFF5FD"/>
          </a:solidFill>
          <a:ln w="17145">
            <a:solidFill>
              <a:srgbClr val="0D4F9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DD9254-1B6E-4C98-87B8-77DB0174B0E1}"/>
              </a:ext>
            </a:extLst>
          </p:cNvPr>
          <p:cNvSpPr>
            <a:spLocks noGrp="1"/>
          </p:cNvSpPr>
          <p:nvPr/>
        </p:nvSpPr>
        <p:spPr>
          <a:xfrm>
            <a:off x="7277100" y="1057275"/>
            <a:ext cx="1200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0D4F9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0D4F9B"/>
                </a:solidFill>
                <a:latin typeface="Arial"/>
                <a:ea typeface="Arial"/>
                <a:cs typeface="Arial"/>
              </a:rPr>
              <a:t>🎮  QuizGame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32D281-510E-4104-8D7D-C677A1EF8281}"/>
              </a:ext>
            </a:extLst>
          </p:cNvPr>
          <p:cNvSpPr>
            <a:spLocks noGrp="1"/>
          </p:cNvSpPr>
          <p:nvPr/>
        </p:nvSpPr>
        <p:spPr>
          <a:xfrm>
            <a:off x="8934450" y="1009650"/>
            <a:ext cx="1438275" cy="457200"/>
          </a:xfrm>
          <a:prstGeom prst="roundRect">
            <a:avLst>
              <a:gd name="adj" fmla="val 20833"/>
            </a:avLst>
          </a:prstGeom>
          <a:solidFill>
            <a:srgbClr val="F5EFFB"/>
          </a:solidFill>
          <a:ln w="17145">
            <a:solidFill>
              <a:srgbClr val="6331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3B023A-E367-4E34-B778-06808AC7EAB3}"/>
              </a:ext>
            </a:extLst>
          </p:cNvPr>
          <p:cNvSpPr>
            <a:spLocks noGrp="1"/>
          </p:cNvSpPr>
          <p:nvPr/>
        </p:nvSpPr>
        <p:spPr>
          <a:xfrm>
            <a:off x="9048750" y="1057275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633199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633199"/>
                </a:solidFill>
                <a:latin typeface="Arial"/>
                <a:ea typeface="Arial"/>
                <a:cs typeface="Arial"/>
              </a:rPr>
              <a:t>▣  ConsoleUI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69EFB5-67F0-4BF3-8A3F-DDED12993314}"/>
              </a:ext>
            </a:extLst>
          </p:cNvPr>
          <p:cNvSpPr>
            <a:spLocks noGrp="1"/>
          </p:cNvSpPr>
          <p:nvPr/>
        </p:nvSpPr>
        <p:spPr>
          <a:xfrm>
            <a:off x="10706100" y="1009650"/>
            <a:ext cx="1438275" cy="457200"/>
          </a:xfrm>
          <a:prstGeom prst="roundRect">
            <a:avLst>
              <a:gd name="adj" fmla="val 20833"/>
            </a:avLst>
          </a:prstGeom>
          <a:solidFill>
            <a:srgbClr val="FFF5EE"/>
          </a:solidFill>
          <a:ln w="17145">
            <a:solidFill>
              <a:srgbClr val="D54A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1970F7-5230-4AC2-B598-3500D3C4EE1B}"/>
              </a:ext>
            </a:extLst>
          </p:cNvPr>
          <p:cNvSpPr>
            <a:spLocks noGrp="1"/>
          </p:cNvSpPr>
          <p:nvPr/>
        </p:nvSpPr>
        <p:spPr>
          <a:xfrm>
            <a:off x="10820400" y="1057275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D54A0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D54A0B"/>
                </a:solidFill>
                <a:latin typeface="Arial"/>
                <a:ea typeface="Arial"/>
                <a:cs typeface="Arial"/>
              </a:rPr>
              <a:t>▣  SaveManager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7FFA2B6-0A98-4575-A73D-C837943F2129}"/>
              </a:ext>
            </a:extLst>
          </p:cNvPr>
          <p:cNvSpPr>
            <a:spLocks noGrp="1"/>
          </p:cNvSpPr>
          <p:nvPr/>
        </p:nvSpPr>
        <p:spPr>
          <a:xfrm>
            <a:off x="12477750" y="1009650"/>
            <a:ext cx="1438275" cy="457200"/>
          </a:xfrm>
          <a:prstGeom prst="roundRect">
            <a:avLst>
              <a:gd name="adj" fmla="val 20833"/>
            </a:avLst>
          </a:prstGeom>
          <a:solidFill>
            <a:srgbClr val="EDF9F8"/>
          </a:solidFill>
          <a:ln w="17145">
            <a:solidFill>
              <a:srgbClr val="007E8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4D9307-8BDA-4670-B63C-53B9E3351B5D}"/>
              </a:ext>
            </a:extLst>
          </p:cNvPr>
          <p:cNvSpPr>
            <a:spLocks noGrp="1"/>
          </p:cNvSpPr>
          <p:nvPr/>
        </p:nvSpPr>
        <p:spPr>
          <a:xfrm>
            <a:off x="12592050" y="1057275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007E82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007E82"/>
                </a:solidFill>
                <a:latin typeface="Arial"/>
                <a:ea typeface="Arial"/>
                <a:cs typeface="Arial"/>
              </a:rPr>
              <a:t>🏆  Leaderboard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23BC44-1B3E-45F7-BF91-45E238448E37}"/>
              </a:ext>
            </a:extLst>
          </p:cNvPr>
          <p:cNvSpPr>
            <a:spLocks noGrp="1"/>
          </p:cNvSpPr>
          <p:nvPr/>
        </p:nvSpPr>
        <p:spPr>
          <a:xfrm>
            <a:off x="14097000" y="1009650"/>
            <a:ext cx="1028700" cy="457200"/>
          </a:xfrm>
          <a:prstGeom prst="roundRect">
            <a:avLst>
              <a:gd name="adj" fmla="val 20833"/>
            </a:avLst>
          </a:prstGeom>
          <a:solidFill>
            <a:srgbClr val="F1F8ED"/>
          </a:solidFill>
          <a:ln w="17145">
            <a:solidFill>
              <a:srgbClr val="2D6B2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8647E9-D107-43CD-B79A-672EA9BBE190}"/>
              </a:ext>
            </a:extLst>
          </p:cNvPr>
          <p:cNvSpPr>
            <a:spLocks noGrp="1"/>
          </p:cNvSpPr>
          <p:nvPr/>
        </p:nvSpPr>
        <p:spPr>
          <a:xfrm>
            <a:off x="14211300" y="1057275"/>
            <a:ext cx="80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2D6B25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2D6B25"/>
                </a:solidFill>
                <a:latin typeface="Arial"/>
                <a:ea typeface="Arial"/>
                <a:cs typeface="Arial"/>
              </a:rPr>
              <a:t>♟  User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F152F73-67AB-48DD-A2DC-24C912D5D63F}"/>
              </a:ext>
            </a:extLst>
          </p:cNvPr>
          <p:cNvSpPr>
            <a:spLocks noGrp="1"/>
          </p:cNvSpPr>
          <p:nvPr/>
        </p:nvSpPr>
        <p:spPr>
          <a:xfrm>
            <a:off x="6181725" y="1476375"/>
            <a:ext cx="0" cy="5372100"/>
          </a:xfrm>
          <a:prstGeom prst="line">
            <a:avLst/>
          </a:prstGeom>
          <a:noFill/>
          <a:ln w="12383">
            <a:solidFill>
              <a:srgbClr val="633199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851843D5-7E25-4101-9B75-F3E1D4F4FA6D}"/>
              </a:ext>
            </a:extLst>
          </p:cNvPr>
          <p:cNvSpPr>
            <a:spLocks noGrp="1"/>
          </p:cNvSpPr>
          <p:nvPr/>
        </p:nvSpPr>
        <p:spPr>
          <a:xfrm>
            <a:off x="7877175" y="1476375"/>
            <a:ext cx="0" cy="5372100"/>
          </a:xfrm>
          <a:prstGeom prst="line">
            <a:avLst/>
          </a:prstGeom>
          <a:noFill/>
          <a:ln w="12383">
            <a:solidFill>
              <a:srgbClr val="0D4F9B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6AA8CC2-03E9-4C64-A487-0194572A5998}"/>
              </a:ext>
            </a:extLst>
          </p:cNvPr>
          <p:cNvSpPr>
            <a:spLocks noGrp="1"/>
          </p:cNvSpPr>
          <p:nvPr/>
        </p:nvSpPr>
        <p:spPr>
          <a:xfrm>
            <a:off x="9653588" y="1476375"/>
            <a:ext cx="0" cy="5372100"/>
          </a:xfrm>
          <a:prstGeom prst="line">
            <a:avLst/>
          </a:prstGeom>
          <a:noFill/>
          <a:ln w="12383">
            <a:solidFill>
              <a:srgbClr val="633199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5F1BFAB-F045-4428-8F0D-B8116DDE213B}"/>
              </a:ext>
            </a:extLst>
          </p:cNvPr>
          <p:cNvSpPr>
            <a:spLocks noGrp="1"/>
          </p:cNvSpPr>
          <p:nvPr/>
        </p:nvSpPr>
        <p:spPr>
          <a:xfrm>
            <a:off x="11425238" y="1476375"/>
            <a:ext cx="0" cy="5372100"/>
          </a:xfrm>
          <a:prstGeom prst="line">
            <a:avLst/>
          </a:prstGeom>
          <a:noFill/>
          <a:ln w="12383">
            <a:solidFill>
              <a:srgbClr val="D54A0B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CC6A03BF-B279-4B7A-B77A-301EF1D1AE6A}"/>
              </a:ext>
            </a:extLst>
          </p:cNvPr>
          <p:cNvSpPr>
            <a:spLocks noGrp="1"/>
          </p:cNvSpPr>
          <p:nvPr/>
        </p:nvSpPr>
        <p:spPr>
          <a:xfrm>
            <a:off x="13196888" y="1476375"/>
            <a:ext cx="0" cy="5372100"/>
          </a:xfrm>
          <a:prstGeom prst="line">
            <a:avLst/>
          </a:prstGeom>
          <a:noFill/>
          <a:ln w="12383">
            <a:solidFill>
              <a:srgbClr val="007E82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BC5A7EE-8F7F-4EA1-96DD-B4726308AC57}"/>
              </a:ext>
            </a:extLst>
          </p:cNvPr>
          <p:cNvSpPr>
            <a:spLocks noGrp="1"/>
          </p:cNvSpPr>
          <p:nvPr/>
        </p:nvSpPr>
        <p:spPr>
          <a:xfrm>
            <a:off x="14611350" y="1476375"/>
            <a:ext cx="0" cy="5372100"/>
          </a:xfrm>
          <a:prstGeom prst="line">
            <a:avLst/>
          </a:prstGeom>
          <a:noFill/>
          <a:ln w="12383">
            <a:solidFill>
              <a:srgbClr val="2D6B25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AE652E86-E98C-4D1E-B474-E04376B0A3F5}"/>
              </a:ext>
            </a:extLst>
          </p:cNvPr>
          <p:cNvSpPr>
            <a:spLocks noGrp="1"/>
          </p:cNvSpPr>
          <p:nvPr/>
        </p:nvSpPr>
        <p:spPr>
          <a:xfrm>
            <a:off x="4114800" y="2209800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28C0667E-2899-417D-A7A2-23BD8E5A846D}"/>
              </a:ext>
            </a:extLst>
          </p:cNvPr>
          <p:cNvSpPr>
            <a:spLocks noGrp="1"/>
          </p:cNvSpPr>
          <p:nvPr/>
        </p:nvSpPr>
        <p:spPr>
          <a:xfrm>
            <a:off x="4114800" y="2762250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A0F07F0B-6C1C-4CE8-96C7-CCA582EDFBFC}"/>
              </a:ext>
            </a:extLst>
          </p:cNvPr>
          <p:cNvSpPr>
            <a:spLocks noGrp="1"/>
          </p:cNvSpPr>
          <p:nvPr/>
        </p:nvSpPr>
        <p:spPr>
          <a:xfrm>
            <a:off x="4114800" y="3362325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FD548968-EA4A-4AB0-BE19-524381258F03}"/>
              </a:ext>
            </a:extLst>
          </p:cNvPr>
          <p:cNvSpPr>
            <a:spLocks noGrp="1"/>
          </p:cNvSpPr>
          <p:nvPr/>
        </p:nvSpPr>
        <p:spPr>
          <a:xfrm>
            <a:off x="4114800" y="3990975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F518841D-12A7-4473-8D10-28B87AB4F3DB}"/>
              </a:ext>
            </a:extLst>
          </p:cNvPr>
          <p:cNvSpPr>
            <a:spLocks noGrp="1"/>
          </p:cNvSpPr>
          <p:nvPr/>
        </p:nvSpPr>
        <p:spPr>
          <a:xfrm>
            <a:off x="4114800" y="4638675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4882C233-0F7A-47AD-9074-5C3969307E27}"/>
              </a:ext>
            </a:extLst>
          </p:cNvPr>
          <p:cNvSpPr>
            <a:spLocks noGrp="1"/>
          </p:cNvSpPr>
          <p:nvPr/>
        </p:nvSpPr>
        <p:spPr>
          <a:xfrm>
            <a:off x="4114800" y="5286375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8D431513-06F5-406A-83EC-E35CB0D987F1}"/>
              </a:ext>
            </a:extLst>
          </p:cNvPr>
          <p:cNvSpPr>
            <a:spLocks noGrp="1"/>
          </p:cNvSpPr>
          <p:nvPr/>
        </p:nvSpPr>
        <p:spPr>
          <a:xfrm>
            <a:off x="4114800" y="5924550"/>
            <a:ext cx="10839450" cy="0"/>
          </a:xfrm>
          <a:prstGeom prst="line">
            <a:avLst/>
          </a:prstGeom>
          <a:noFill/>
          <a:ln w="9525">
            <a:solidFill>
              <a:srgbClr val="C8D0DA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7E49270-54DF-4A2B-A5B3-4EB3CF55E298}"/>
              </a:ext>
            </a:extLst>
          </p:cNvPr>
          <p:cNvSpPr>
            <a:spLocks noGrp="1"/>
          </p:cNvSpPr>
          <p:nvPr/>
        </p:nvSpPr>
        <p:spPr>
          <a:xfrm>
            <a:off x="4124325" y="176212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DD87D8-4CE7-4012-8242-E1665180765B}"/>
              </a:ext>
            </a:extLst>
          </p:cNvPr>
          <p:cNvSpPr>
            <a:spLocks noGrp="1"/>
          </p:cNvSpPr>
          <p:nvPr/>
        </p:nvSpPr>
        <p:spPr>
          <a:xfrm>
            <a:off x="4124325" y="17526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6F87E6-A7FD-459B-98A0-D97937A6C210}"/>
              </a:ext>
            </a:extLst>
          </p:cNvPr>
          <p:cNvSpPr>
            <a:spLocks noGrp="1"/>
          </p:cNvSpPr>
          <p:nvPr/>
        </p:nvSpPr>
        <p:spPr>
          <a:xfrm>
            <a:off x="4514850" y="172402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main creates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ui and game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66DF8EC-5398-430F-B14B-CAB25FBDFFF2}"/>
              </a:ext>
            </a:extLst>
          </p:cNvPr>
          <p:cNvSpPr>
            <a:spLocks noGrp="1"/>
          </p:cNvSpPr>
          <p:nvPr/>
        </p:nvSpPr>
        <p:spPr>
          <a:xfrm>
            <a:off x="4124325" y="231457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B16C87-F48F-4842-AF51-3AB72FDC36AC}"/>
              </a:ext>
            </a:extLst>
          </p:cNvPr>
          <p:cNvSpPr>
            <a:spLocks noGrp="1"/>
          </p:cNvSpPr>
          <p:nvPr/>
        </p:nvSpPr>
        <p:spPr>
          <a:xfrm>
            <a:off x="4124325" y="230505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ED4823-CCC7-42D1-AA98-A009D56A6074}"/>
              </a:ext>
            </a:extLst>
          </p:cNvPr>
          <p:cNvSpPr>
            <a:spLocks noGrp="1"/>
          </p:cNvSpPr>
          <p:nvPr/>
        </p:nvSpPr>
        <p:spPr>
          <a:xfrm>
            <a:off x="4514850" y="2276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7923" lnSpcReduction="20000"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run() loads leaderboard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and shows main menu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D375BF-C64E-4604-9547-2B9EDB27702A}"/>
              </a:ext>
            </a:extLst>
          </p:cNvPr>
          <p:cNvSpPr>
            <a:spLocks noGrp="1"/>
          </p:cNvSpPr>
          <p:nvPr/>
        </p:nvSpPr>
        <p:spPr>
          <a:xfrm>
            <a:off x="4124325" y="291465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BC2023-8E36-4707-B6A8-9DA4F4137F40}"/>
              </a:ext>
            </a:extLst>
          </p:cNvPr>
          <p:cNvSpPr>
            <a:spLocks noGrp="1"/>
          </p:cNvSpPr>
          <p:nvPr/>
        </p:nvSpPr>
        <p:spPr>
          <a:xfrm>
            <a:off x="4124325" y="290512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157A46-C938-47DC-8576-551B7C140A37}"/>
              </a:ext>
            </a:extLst>
          </p:cNvPr>
          <p:cNvSpPr>
            <a:spLocks noGrp="1"/>
          </p:cNvSpPr>
          <p:nvPr/>
        </p:nvSpPr>
        <p:spPr>
          <a:xfrm>
            <a:off x="4514850" y="2876550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user picks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New Game or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Saved Games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BC48162-0A29-4862-9C0B-33673A657B83}"/>
              </a:ext>
            </a:extLst>
          </p:cNvPr>
          <p:cNvSpPr>
            <a:spLocks noGrp="1"/>
          </p:cNvSpPr>
          <p:nvPr/>
        </p:nvSpPr>
        <p:spPr>
          <a:xfrm>
            <a:off x="4124325" y="354330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C584BA-063B-4AF1-A5F9-D39EFA86FB51}"/>
              </a:ext>
            </a:extLst>
          </p:cNvPr>
          <p:cNvSpPr>
            <a:spLocks noGrp="1"/>
          </p:cNvSpPr>
          <p:nvPr/>
        </p:nvSpPr>
        <p:spPr>
          <a:xfrm>
            <a:off x="4124325" y="353377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47D15F-1C32-48E8-924F-F26C697B75CB}"/>
              </a:ext>
            </a:extLst>
          </p:cNvPr>
          <p:cNvSpPr>
            <a:spLocks noGrp="1"/>
          </p:cNvSpPr>
          <p:nvPr/>
        </p:nvSpPr>
        <p:spPr>
          <a:xfrm>
            <a:off x="4514850" y="3505200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questions are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loaded for a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difficulty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266B810-99D7-457F-8A4C-42D32DC909C9}"/>
              </a:ext>
            </a:extLst>
          </p:cNvPr>
          <p:cNvSpPr>
            <a:spLocks noGrp="1"/>
          </p:cNvSpPr>
          <p:nvPr/>
        </p:nvSpPr>
        <p:spPr>
          <a:xfrm>
            <a:off x="4124325" y="419100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9320F7-9D44-4BE5-A065-23210CDB0DF7}"/>
              </a:ext>
            </a:extLst>
          </p:cNvPr>
          <p:cNvSpPr>
            <a:spLocks noGrp="1"/>
          </p:cNvSpPr>
          <p:nvPr/>
        </p:nvSpPr>
        <p:spPr>
          <a:xfrm>
            <a:off x="4124325" y="418147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B444BC-F47E-4795-A558-DD82D810F69B}"/>
              </a:ext>
            </a:extLst>
          </p:cNvPr>
          <p:cNvSpPr>
            <a:spLocks noGrp="1"/>
          </p:cNvSpPr>
          <p:nvPr/>
        </p:nvSpPr>
        <p:spPr>
          <a:xfrm>
            <a:off x="4514850" y="4152900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9114"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playSession loops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through Question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objects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EDE9F5-C698-4F8E-ABDF-CAEC5E226428}"/>
              </a:ext>
            </a:extLst>
          </p:cNvPr>
          <p:cNvSpPr>
            <a:spLocks noGrp="1"/>
          </p:cNvSpPr>
          <p:nvPr/>
        </p:nvSpPr>
        <p:spPr>
          <a:xfrm>
            <a:off x="4124325" y="4838700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DA351A2-2EE3-43D7-93B0-91E06914DBF5}"/>
              </a:ext>
            </a:extLst>
          </p:cNvPr>
          <p:cNvSpPr>
            <a:spLocks noGrp="1"/>
          </p:cNvSpPr>
          <p:nvPr/>
        </p:nvSpPr>
        <p:spPr>
          <a:xfrm>
            <a:off x="4124325" y="482917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A433875-8405-4FD0-8D10-A82DF05BE7EB}"/>
              </a:ext>
            </a:extLst>
          </p:cNvPr>
          <p:cNvSpPr>
            <a:spLocks noGrp="1"/>
          </p:cNvSpPr>
          <p:nvPr/>
        </p:nvSpPr>
        <p:spPr>
          <a:xfrm>
            <a:off x="4514850" y="4800600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user may save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progress to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saves.txt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CF3AE93-0252-4B28-96B7-F820FE79A247}"/>
              </a:ext>
            </a:extLst>
          </p:cNvPr>
          <p:cNvSpPr>
            <a:spLocks noGrp="1"/>
          </p:cNvSpPr>
          <p:nvPr/>
        </p:nvSpPr>
        <p:spPr>
          <a:xfrm>
            <a:off x="4124325" y="547687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2EE11B-E37F-4728-84AD-9B3B763FF0BC}"/>
              </a:ext>
            </a:extLst>
          </p:cNvPr>
          <p:cNvSpPr>
            <a:spLocks noGrp="1"/>
          </p:cNvSpPr>
          <p:nvPr/>
        </p:nvSpPr>
        <p:spPr>
          <a:xfrm>
            <a:off x="4124325" y="546735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C512FD-3F56-4772-8E13-F90E0E88FF51}"/>
              </a:ext>
            </a:extLst>
          </p:cNvPr>
          <p:cNvSpPr>
            <a:spLocks noGrp="1"/>
          </p:cNvSpPr>
          <p:nvPr/>
        </p:nvSpPr>
        <p:spPr>
          <a:xfrm>
            <a:off x="4514850" y="5438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at the end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leaderboard.txt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is updated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942D6E3-4FBD-417F-AED1-73CC62A05020}"/>
              </a:ext>
            </a:extLst>
          </p:cNvPr>
          <p:cNvSpPr>
            <a:spLocks noGrp="1"/>
          </p:cNvSpPr>
          <p:nvPr/>
        </p:nvSpPr>
        <p:spPr>
          <a:xfrm>
            <a:off x="4124325" y="6143625"/>
            <a:ext cx="323850" cy="323850"/>
          </a:xfrm>
          <a:prstGeom prst="ellipse">
            <a:avLst/>
          </a:prstGeom>
          <a:solidFill>
            <a:srgbClr val="082B55"/>
          </a:solidFill>
          <a:ln w="0">
            <a:solidFill>
              <a:srgbClr val="082B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401FFA4-9A69-4898-9049-FECF5115455B}"/>
              </a:ext>
            </a:extLst>
          </p:cNvPr>
          <p:cNvSpPr>
            <a:spLocks noGrp="1"/>
          </p:cNvSpPr>
          <p:nvPr/>
        </p:nvSpPr>
        <p:spPr>
          <a:xfrm>
            <a:off x="4124325" y="61341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E58F3DE-21C5-4E4B-8B3C-458F6C296C64}"/>
              </a:ext>
            </a:extLst>
          </p:cNvPr>
          <p:cNvSpPr>
            <a:spLocks noGrp="1"/>
          </p:cNvSpPr>
          <p:nvPr/>
        </p:nvSpPr>
        <p:spPr>
          <a:xfrm>
            <a:off x="4514850" y="610552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control returns to the</a:t>
            </a:r>
          </a:p>
          <a:p>
            <a:pPr algn="l">
              <a:lnSpc>
                <a:spcPct val="100000"/>
              </a:lnSpc>
              <a:buNone/>
              <a:defRPr sz="1088" b="1" i="0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menu until Quit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1654FD1-2D9A-4770-B23C-B4816EF56D1C}"/>
              </a:ext>
            </a:extLst>
          </p:cNvPr>
          <p:cNvSpPr>
            <a:spLocks noGrp="1"/>
          </p:cNvSpPr>
          <p:nvPr/>
        </p:nvSpPr>
        <p:spPr>
          <a:xfrm>
            <a:off x="7753350" y="19431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125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CC2DA95-6C28-4D2A-A28D-3D7F8C27E475}"/>
              </a:ext>
            </a:extLst>
          </p:cNvPr>
          <p:cNvSpPr>
            <a:spLocks noGrp="1"/>
          </p:cNvSpPr>
          <p:nvPr/>
        </p:nvSpPr>
        <p:spPr>
          <a:xfrm>
            <a:off x="6229350" y="171450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377" lnSpcReduction="10000"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ui</a:t>
            </a: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 game</a:t>
            </a:r>
          </a:p>
        </p:txBody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1F5A07A9-FAE5-4BD4-B586-0DD94C2D4287}"/>
              </a:ext>
            </a:extLst>
          </p:cNvPr>
          <p:cNvSpPr>
            <a:spLocks noGrp="1"/>
          </p:cNvSpPr>
          <p:nvPr/>
        </p:nvSpPr>
        <p:spPr>
          <a:xfrm>
            <a:off x="7877175" y="2571750"/>
            <a:ext cx="531495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107477C-D2E2-4456-AA0A-E1175558AA3C}"/>
              </a:ext>
            </a:extLst>
          </p:cNvPr>
          <p:cNvSpPr>
            <a:spLocks noGrp="1"/>
          </p:cNvSpPr>
          <p:nvPr/>
        </p:nvSpPr>
        <p:spPr>
          <a:xfrm>
            <a:off x="13068300" y="24574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83CEC8-44D7-410D-A919-5917705A463A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521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 leaderboard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82C8D882-7344-4272-8039-519B0A1D6B5F}"/>
              </a:ext>
            </a:extLst>
          </p:cNvPr>
          <p:cNvSpPr>
            <a:spLocks noGrp="1"/>
          </p:cNvSpPr>
          <p:nvPr/>
        </p:nvSpPr>
        <p:spPr>
          <a:xfrm>
            <a:off x="9648825" y="2857500"/>
            <a:ext cx="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CA2D7F9-8A33-4109-ACAB-6E22C480949A}"/>
              </a:ext>
            </a:extLst>
          </p:cNvPr>
          <p:cNvSpPr>
            <a:spLocks noGrp="1"/>
          </p:cNvSpPr>
          <p:nvPr/>
        </p:nvSpPr>
        <p:spPr>
          <a:xfrm>
            <a:off x="7839075" y="27432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3ADDEC2-ABF0-4255-BED0-3C97A4B4C3D7}"/>
              </a:ext>
            </a:extLst>
          </p:cNvPr>
          <p:cNvSpPr>
            <a:spLocks noGrp="1"/>
          </p:cNvSpPr>
          <p:nvPr/>
        </p:nvSpPr>
        <p:spPr>
          <a:xfrm>
            <a:off x="7924800" y="25146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show main menu</a:t>
            </a:r>
          </a:p>
        </p:txBody>
      </p:sp>
      <p:sp>
        <p:nvSpPr>
          <p:cNvPr id="70" name="Straight Connector 69">
            <a:extLst>
              <a:ext uri="{FF2B5EF4-FFF2-40B4-BE49-F238E27FC236}">
                <a16:creationId xmlns:a16="http://schemas.microsoft.com/office/drawing/2014/main" id="{49826C16-6BFE-4A6B-A573-95056DFE51F0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962525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5345D5B-ECFD-4613-9746-DB7ED5596735}"/>
              </a:ext>
            </a:extLst>
          </p:cNvPr>
          <p:cNvSpPr>
            <a:spLocks noGrp="1"/>
          </p:cNvSpPr>
          <p:nvPr/>
        </p:nvSpPr>
        <p:spPr>
          <a:xfrm>
            <a:off x="14487525" y="32194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7A267A9-8AFD-46F8-9F04-E2B3378C2FFA}"/>
              </a:ext>
            </a:extLst>
          </p:cNvPr>
          <p:cNvSpPr>
            <a:spLocks noGrp="1"/>
          </p:cNvSpPr>
          <p:nvPr/>
        </p:nvSpPr>
        <p:spPr>
          <a:xfrm>
            <a:off x="9696450" y="2990850"/>
            <a:ext cx="4867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377" lnSpcReduction="10000"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 selects</a:t>
            </a: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Game or Saved Games</a:t>
            </a:r>
          </a:p>
        </p:txBody>
      </p:sp>
      <p:sp>
        <p:nvSpPr>
          <p:cNvPr id="73" name="Straight Connector 72">
            <a:extLst>
              <a:ext uri="{FF2B5EF4-FFF2-40B4-BE49-F238E27FC236}">
                <a16:creationId xmlns:a16="http://schemas.microsoft.com/office/drawing/2014/main" id="{E6BED7B5-B54A-4228-82B8-D3EE743880F3}"/>
              </a:ext>
            </a:extLst>
          </p:cNvPr>
          <p:cNvSpPr>
            <a:spLocks noGrp="1"/>
          </p:cNvSpPr>
          <p:nvPr/>
        </p:nvSpPr>
        <p:spPr>
          <a:xfrm>
            <a:off x="14611350" y="3638550"/>
            <a:ext cx="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AC00C4D-2FD6-43D5-84FD-FB69E80ACC84}"/>
              </a:ext>
            </a:extLst>
          </p:cNvPr>
          <p:cNvSpPr>
            <a:spLocks noGrp="1"/>
          </p:cNvSpPr>
          <p:nvPr/>
        </p:nvSpPr>
        <p:spPr>
          <a:xfrm>
            <a:off x="7839075" y="35242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7998CB9-BD1D-4DE2-A0D2-04D765FEDB6B}"/>
              </a:ext>
            </a:extLst>
          </p:cNvPr>
          <p:cNvSpPr>
            <a:spLocks noGrp="1"/>
          </p:cNvSpPr>
          <p:nvPr/>
        </p:nvSpPr>
        <p:spPr>
          <a:xfrm>
            <a:off x="7924800" y="3295650"/>
            <a:ext cx="6638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lnSpcReduction="10000"/>
          </a:bodyPr>
          <a:lstStyle/>
          <a:p>
            <a:endParaRPr/>
          </a:p>
        </p:txBody>
      </p:sp>
      <p:sp>
        <p:nvSpPr>
          <p:cNvPr id="76" name="Straight Connector 75">
            <a:extLst>
              <a:ext uri="{FF2B5EF4-FFF2-40B4-BE49-F238E27FC236}">
                <a16:creationId xmlns:a16="http://schemas.microsoft.com/office/drawing/2014/main" id="{3D133F85-E388-41A9-A65A-E453BD68AB6D}"/>
              </a:ext>
            </a:extLst>
          </p:cNvPr>
          <p:cNvSpPr>
            <a:spLocks noGrp="1"/>
          </p:cNvSpPr>
          <p:nvPr/>
        </p:nvSpPr>
        <p:spPr>
          <a:xfrm>
            <a:off x="7877175" y="4057650"/>
            <a:ext cx="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867518E-BE7E-41D3-8470-8D2FA112AA11}"/>
              </a:ext>
            </a:extLst>
          </p:cNvPr>
          <p:cNvSpPr>
            <a:spLocks noGrp="1"/>
          </p:cNvSpPr>
          <p:nvPr/>
        </p:nvSpPr>
        <p:spPr>
          <a:xfrm>
            <a:off x="6229350" y="3714750"/>
            <a:ext cx="160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377" lnSpcReduction="10000"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 questions</a:t>
            </a: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difficulty</a:t>
            </a:r>
          </a:p>
        </p:txBody>
      </p:sp>
      <p:sp>
        <p:nvSpPr>
          <p:cNvPr id="79" name="Straight Connector 78">
            <a:extLst>
              <a:ext uri="{FF2B5EF4-FFF2-40B4-BE49-F238E27FC236}">
                <a16:creationId xmlns:a16="http://schemas.microsoft.com/office/drawing/2014/main" id="{F8E7A8F4-E607-4FA6-B4FC-DFBE474CB1A2}"/>
              </a:ext>
            </a:extLst>
          </p:cNvPr>
          <p:cNvSpPr>
            <a:spLocks noGrp="1"/>
          </p:cNvSpPr>
          <p:nvPr/>
        </p:nvSpPr>
        <p:spPr>
          <a:xfrm>
            <a:off x="6181725" y="4572000"/>
            <a:ext cx="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0" name="Straight Connector 79">
            <a:extLst>
              <a:ext uri="{FF2B5EF4-FFF2-40B4-BE49-F238E27FC236}">
                <a16:creationId xmlns:a16="http://schemas.microsoft.com/office/drawing/2014/main" id="{F29DF4A1-A67D-4434-A8D8-FDC231F4800C}"/>
              </a:ext>
            </a:extLst>
          </p:cNvPr>
          <p:cNvSpPr>
            <a:spLocks noGrp="1"/>
          </p:cNvSpPr>
          <p:nvPr/>
        </p:nvSpPr>
        <p:spPr>
          <a:xfrm>
            <a:off x="5857875" y="4572000"/>
            <a:ext cx="0" cy="38100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492BFF6D-3A81-4770-B251-C32BB38AE5B9}"/>
              </a:ext>
            </a:extLst>
          </p:cNvPr>
          <p:cNvSpPr>
            <a:spLocks noGrp="1"/>
          </p:cNvSpPr>
          <p:nvPr/>
        </p:nvSpPr>
        <p:spPr>
          <a:xfrm>
            <a:off x="5857875" y="4953000"/>
            <a:ext cx="32385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349D3C-1EC5-465B-A69B-D119695924F9}"/>
              </a:ext>
            </a:extLst>
          </p:cNvPr>
          <p:cNvSpPr>
            <a:spLocks noGrp="1"/>
          </p:cNvSpPr>
          <p:nvPr/>
        </p:nvSpPr>
        <p:spPr>
          <a:xfrm>
            <a:off x="6115050" y="483870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304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4BA41D2-F890-4FC3-8182-D3F9485A960B}"/>
              </a:ext>
            </a:extLst>
          </p:cNvPr>
          <p:cNvSpPr>
            <a:spLocks noGrp="1"/>
          </p:cNvSpPr>
          <p:nvPr/>
        </p:nvSpPr>
        <p:spPr>
          <a:xfrm>
            <a:off x="6172200" y="453390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playSession loop</a:t>
            </a:r>
          </a:p>
          <a:p>
            <a:pPr algn="l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(Question objects)</a:t>
            </a:r>
          </a:p>
        </p:txBody>
      </p:sp>
      <p:sp>
        <p:nvSpPr>
          <p:cNvPr id="84" name="Straight Connector 83">
            <a:extLst>
              <a:ext uri="{FF2B5EF4-FFF2-40B4-BE49-F238E27FC236}">
                <a16:creationId xmlns:a16="http://schemas.microsoft.com/office/drawing/2014/main" id="{2C1818FF-5297-42BC-8686-6A4C7A8CB5AF}"/>
              </a:ext>
            </a:extLst>
          </p:cNvPr>
          <p:cNvSpPr>
            <a:spLocks noGrp="1"/>
          </p:cNvSpPr>
          <p:nvPr/>
        </p:nvSpPr>
        <p:spPr>
          <a:xfrm>
            <a:off x="6181725" y="5200650"/>
            <a:ext cx="5248275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F1F44C-6FB2-4F8A-9F09-1B3C1F9C4648}"/>
              </a:ext>
            </a:extLst>
          </p:cNvPr>
          <p:cNvSpPr>
            <a:spLocks noGrp="1"/>
          </p:cNvSpPr>
          <p:nvPr/>
        </p:nvSpPr>
        <p:spPr>
          <a:xfrm>
            <a:off x="11306175" y="50863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6944A42-FE03-407C-AF13-5CFC4414AC80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5153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 progress</a:t>
            </a:r>
          </a:p>
        </p:txBody>
      </p:sp>
      <p:sp>
        <p:nvSpPr>
          <p:cNvPr id="87" name="Straight Connector 86">
            <a:extLst>
              <a:ext uri="{FF2B5EF4-FFF2-40B4-BE49-F238E27FC236}">
                <a16:creationId xmlns:a16="http://schemas.microsoft.com/office/drawing/2014/main" id="{D22073A8-F4BC-4DC8-8E34-09EAC0FD64DB}"/>
              </a:ext>
            </a:extLst>
          </p:cNvPr>
          <p:cNvSpPr>
            <a:spLocks noGrp="1"/>
          </p:cNvSpPr>
          <p:nvPr/>
        </p:nvSpPr>
        <p:spPr>
          <a:xfrm>
            <a:off x="11430000" y="5476875"/>
            <a:ext cx="318135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B875590-EC56-4050-B877-D754D6D8914B}"/>
              </a:ext>
            </a:extLst>
          </p:cNvPr>
          <p:cNvSpPr>
            <a:spLocks noGrp="1"/>
          </p:cNvSpPr>
          <p:nvPr/>
        </p:nvSpPr>
        <p:spPr>
          <a:xfrm>
            <a:off x="14487525" y="53625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6682C14-597D-493B-B01F-01119D60E300}"/>
              </a:ext>
            </a:extLst>
          </p:cNvPr>
          <p:cNvSpPr>
            <a:spLocks noGrp="1"/>
          </p:cNvSpPr>
          <p:nvPr/>
        </p:nvSpPr>
        <p:spPr>
          <a:xfrm>
            <a:off x="11477625" y="5133975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write to saves.txt</a:t>
            </a:r>
          </a:p>
        </p:txBody>
      </p:sp>
      <p:sp>
        <p:nvSpPr>
          <p:cNvPr id="90" name="Straight Connector 89">
            <a:extLst>
              <a:ext uri="{FF2B5EF4-FFF2-40B4-BE49-F238E27FC236}">
                <a16:creationId xmlns:a16="http://schemas.microsoft.com/office/drawing/2014/main" id="{22793395-87D5-4E96-8965-C740C3A12FA7}"/>
              </a:ext>
            </a:extLst>
          </p:cNvPr>
          <p:cNvSpPr>
            <a:spLocks noGrp="1"/>
          </p:cNvSpPr>
          <p:nvPr/>
        </p:nvSpPr>
        <p:spPr>
          <a:xfrm>
            <a:off x="6181725" y="5867400"/>
            <a:ext cx="701040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33F361-0874-4C59-9410-5AF09D0524AC}"/>
              </a:ext>
            </a:extLst>
          </p:cNvPr>
          <p:cNvSpPr>
            <a:spLocks noGrp="1"/>
          </p:cNvSpPr>
          <p:nvPr/>
        </p:nvSpPr>
        <p:spPr>
          <a:xfrm>
            <a:off x="13068300" y="57531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D360C6-74D6-4CDD-9236-F6C9682F2E94}"/>
              </a:ext>
            </a:extLst>
          </p:cNvPr>
          <p:cNvSpPr>
            <a:spLocks noGrp="1"/>
          </p:cNvSpPr>
          <p:nvPr/>
        </p:nvSpPr>
        <p:spPr>
          <a:xfrm>
            <a:off x="6229350" y="5524500"/>
            <a:ext cx="691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update leaderboard</a:t>
            </a:r>
          </a:p>
        </p:txBody>
      </p:sp>
      <p:sp>
        <p:nvSpPr>
          <p:cNvPr id="93" name="Straight Connector 92">
            <a:extLst>
              <a:ext uri="{FF2B5EF4-FFF2-40B4-BE49-F238E27FC236}">
                <a16:creationId xmlns:a16="http://schemas.microsoft.com/office/drawing/2014/main" id="{46CCFB63-3CDC-4FEC-86AF-53AC43B1F739}"/>
              </a:ext>
            </a:extLst>
          </p:cNvPr>
          <p:cNvSpPr>
            <a:spLocks noGrp="1"/>
          </p:cNvSpPr>
          <p:nvPr/>
        </p:nvSpPr>
        <p:spPr>
          <a:xfrm>
            <a:off x="13192125" y="6162675"/>
            <a:ext cx="1419225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D3DC90F-68C4-43E5-BF74-7AE1C88FC35C}"/>
              </a:ext>
            </a:extLst>
          </p:cNvPr>
          <p:cNvSpPr>
            <a:spLocks noGrp="1"/>
          </p:cNvSpPr>
          <p:nvPr/>
        </p:nvSpPr>
        <p:spPr>
          <a:xfrm>
            <a:off x="14487525" y="60483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F936D13-4CE6-441E-B8BB-C692246A8BE1}"/>
              </a:ext>
            </a:extLst>
          </p:cNvPr>
          <p:cNvSpPr>
            <a:spLocks noGrp="1"/>
          </p:cNvSpPr>
          <p:nvPr/>
        </p:nvSpPr>
        <p:spPr>
          <a:xfrm>
            <a:off x="13239750" y="5819775"/>
            <a:ext cx="1323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86377" lnSpcReduction="10000"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write to</a:t>
            </a: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leaderboard.txt</a:t>
            </a:r>
          </a:p>
        </p:txBody>
      </p:sp>
      <p:sp>
        <p:nvSpPr>
          <p:cNvPr id="96" name="Straight Connector 95">
            <a:extLst>
              <a:ext uri="{FF2B5EF4-FFF2-40B4-BE49-F238E27FC236}">
                <a16:creationId xmlns:a16="http://schemas.microsoft.com/office/drawing/2014/main" id="{12774AFA-129C-4DB6-B83F-F4002833F467}"/>
              </a:ext>
            </a:extLst>
          </p:cNvPr>
          <p:cNvSpPr>
            <a:spLocks noGrp="1"/>
          </p:cNvSpPr>
          <p:nvPr/>
        </p:nvSpPr>
        <p:spPr>
          <a:xfrm>
            <a:off x="9648825" y="6438900"/>
            <a:ext cx="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BC6D2CC-641B-49C9-AF09-F178F5F68F1A}"/>
              </a:ext>
            </a:extLst>
          </p:cNvPr>
          <p:cNvSpPr>
            <a:spLocks noGrp="1"/>
          </p:cNvSpPr>
          <p:nvPr/>
        </p:nvSpPr>
        <p:spPr>
          <a:xfrm>
            <a:off x="7839075" y="6324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818DD4F-45AF-4B71-99C2-7ADE1561E7B9}"/>
              </a:ext>
            </a:extLst>
          </p:cNvPr>
          <p:cNvSpPr>
            <a:spLocks noGrp="1"/>
          </p:cNvSpPr>
          <p:nvPr/>
        </p:nvSpPr>
        <p:spPr>
          <a:xfrm>
            <a:off x="7924800" y="60960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return to menu</a:t>
            </a:r>
          </a:p>
        </p:txBody>
      </p:sp>
      <p:sp>
        <p:nvSpPr>
          <p:cNvPr id="99" name="Straight Connector 98">
            <a:extLst>
              <a:ext uri="{FF2B5EF4-FFF2-40B4-BE49-F238E27FC236}">
                <a16:creationId xmlns:a16="http://schemas.microsoft.com/office/drawing/2014/main" id="{CE75D02A-3C5F-4E50-9610-2005F41A9AC5}"/>
              </a:ext>
            </a:extLst>
          </p:cNvPr>
          <p:cNvSpPr>
            <a:spLocks noGrp="1"/>
          </p:cNvSpPr>
          <p:nvPr/>
        </p:nvSpPr>
        <p:spPr>
          <a:xfrm>
            <a:off x="7877175" y="6572250"/>
            <a:ext cx="352425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0" name="Straight Connector 99">
            <a:extLst>
              <a:ext uri="{FF2B5EF4-FFF2-40B4-BE49-F238E27FC236}">
                <a16:creationId xmlns:a16="http://schemas.microsoft.com/office/drawing/2014/main" id="{53380D1C-5060-4F43-A41A-67E3A5E17B8D}"/>
              </a:ext>
            </a:extLst>
          </p:cNvPr>
          <p:cNvSpPr>
            <a:spLocks noGrp="1"/>
          </p:cNvSpPr>
          <p:nvPr/>
        </p:nvSpPr>
        <p:spPr>
          <a:xfrm>
            <a:off x="8229600" y="6572250"/>
            <a:ext cx="0" cy="26670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1" name="Straight Connector 100">
            <a:extLst>
              <a:ext uri="{FF2B5EF4-FFF2-40B4-BE49-F238E27FC236}">
                <a16:creationId xmlns:a16="http://schemas.microsoft.com/office/drawing/2014/main" id="{467CE1FA-8114-46C3-9D2B-B3F1E9B35B1C}"/>
              </a:ext>
            </a:extLst>
          </p:cNvPr>
          <p:cNvSpPr>
            <a:spLocks noGrp="1"/>
          </p:cNvSpPr>
          <p:nvPr/>
        </p:nvSpPr>
        <p:spPr>
          <a:xfrm>
            <a:off x="8229600" y="6838950"/>
            <a:ext cx="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5B44FFF-ECBB-466E-B3F0-05F03B148234}"/>
              </a:ext>
            </a:extLst>
          </p:cNvPr>
          <p:cNvSpPr>
            <a:spLocks noGrp="1"/>
          </p:cNvSpPr>
          <p:nvPr/>
        </p:nvSpPr>
        <p:spPr>
          <a:xfrm>
            <a:off x="7820025" y="672465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 fontScale="93304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◀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1CB5856-0C54-4A26-93A4-8887B22415BD}"/>
              </a:ext>
            </a:extLst>
          </p:cNvPr>
          <p:cNvSpPr>
            <a:spLocks noGrp="1"/>
          </p:cNvSpPr>
          <p:nvPr/>
        </p:nvSpPr>
        <p:spPr>
          <a:xfrm>
            <a:off x="8343900" y="658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menu loop until Quit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55CA446-91E7-4A06-B23E-CA84C1A8676E}"/>
              </a:ext>
            </a:extLst>
          </p:cNvPr>
          <p:cNvSpPr>
            <a:spLocks noGrp="1"/>
          </p:cNvSpPr>
          <p:nvPr/>
        </p:nvSpPr>
        <p:spPr>
          <a:xfrm>
            <a:off x="1714500" y="7058025"/>
            <a:ext cx="11763375" cy="723900"/>
          </a:xfrm>
          <a:prstGeom prst="roundRect">
            <a:avLst>
              <a:gd name="adj" fmla="val 15789"/>
            </a:avLst>
          </a:prstGeom>
          <a:solidFill>
            <a:srgbClr val="EFF5FD"/>
          </a:solidFill>
          <a:ln w="11430">
            <a:solidFill>
              <a:srgbClr val="CAD7E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34C01817-9157-469F-91BD-28F1A9C8883E}"/>
              </a:ext>
            </a:extLst>
          </p:cNvPr>
          <p:cNvSpPr>
            <a:spLocks noGrp="1"/>
          </p:cNvSpPr>
          <p:nvPr/>
        </p:nvSpPr>
        <p:spPr>
          <a:xfrm>
            <a:off x="1924050" y="71437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082B55"/>
          </a:solidFill>
          <a:ln w="9525">
            <a:solidFill>
              <a:srgbClr val="082B55"/>
            </a:solidFill>
            <a:prstDash val="solid"/>
          </a:ln>
        </p:spPr>
        <p:txBody>
          <a:bodyPr wrap="square" lIns="57150" tIns="38100" rIns="57150" bIns="19050" anchor="ctr">
            <a:normAutofit fontScale="86382" lnSpcReduction="10000"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058D5CC-B580-4BA8-9032-0CA5B9886069}"/>
              </a:ext>
            </a:extLst>
          </p:cNvPr>
          <p:cNvSpPr>
            <a:spLocks noGrp="1"/>
          </p:cNvSpPr>
          <p:nvPr/>
        </p:nvSpPr>
        <p:spPr>
          <a:xfrm>
            <a:off x="2647950" y="7162800"/>
            <a:ext cx="105251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19050" rIns="57150" bIns="19050" anchor="ctr">
            <a:normAutofit/>
          </a:bodyPr>
          <a:lstStyle/>
          <a:p>
            <a:pPr algn="l">
              <a:defRPr sz="1425">
                <a:solidFill>
                  <a:srgbClr val="082B5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OOP concepts used: </a:t>
            </a:r>
            <a:r>
              <a:rPr sz="1425" b="0" i="0">
                <a:solidFill>
                  <a:srgbClr val="082B55"/>
                </a:solidFill>
                <a:latin typeface="Arial"/>
                <a:ea typeface="Arial"/>
                <a:cs typeface="Arial"/>
              </a:rPr>
              <a:t>abstraction, inheritance, polymorphism, composition, encapsulation, separation of concerns,
STL containers, Rule of Three.</a:t>
            </a:r>
          </a:p>
        </p:txBody>
      </p:sp>
    </p:spTree>
    <p:extLst>
      <p:ext uri="{BB962C8B-B14F-4D97-AF65-F5344CB8AC3E}">
        <p14:creationId xmlns:p14="http://schemas.microsoft.com/office/powerpoint/2010/main" val="16148065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2315</Words>
  <Application>Microsoft Office PowerPoint</Application>
  <DocSecurity>0</DocSecurity>
  <PresentationFormat>Custom</PresentationFormat>
  <Paragraphs>647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מיכאל רודיק</cp:lastModifiedBy>
  <cp:revision>18</cp:revision>
  <dcterms:created xsi:type="dcterms:W3CDTF">2026-08-02T20:24:04Z</dcterms:created>
  <dcterms:modified xsi:type="dcterms:W3CDTF">2026-08-02T21:20:18Z</dcterms:modified>
</cp:coreProperties>
</file>